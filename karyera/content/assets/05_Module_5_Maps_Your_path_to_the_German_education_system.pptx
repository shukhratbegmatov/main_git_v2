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4"/>
    <p:sldMasterId id="2147483761" r:id="rId5"/>
    <p:sldMasterId id="2147483773" r:id="rId6"/>
    <p:sldMasterId id="2147483778" r:id="rId7"/>
    <p:sldMasterId id="2147483797" r:id="rId8"/>
  </p:sldMasterIdLst>
  <p:notesMasterIdLst>
    <p:notesMasterId r:id="rId24"/>
  </p:notesMasterIdLst>
  <p:sldIdLst>
    <p:sldId id="1021" r:id="rId9"/>
    <p:sldId id="1022" r:id="rId10"/>
    <p:sldId id="1024" r:id="rId11"/>
    <p:sldId id="1025" r:id="rId12"/>
    <p:sldId id="1026" r:id="rId13"/>
    <p:sldId id="1027" r:id="rId14"/>
    <p:sldId id="1028" r:id="rId15"/>
    <p:sldId id="1029" r:id="rId16"/>
    <p:sldId id="1030" r:id="rId17"/>
    <p:sldId id="1031" r:id="rId18"/>
    <p:sldId id="1032" r:id="rId19"/>
    <p:sldId id="1033" r:id="rId20"/>
    <p:sldId id="1034" r:id="rId21"/>
    <p:sldId id="1035" r:id="rId22"/>
    <p:sldId id="103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0"/>
    <a:srgbClr val="CD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5097" autoAdjust="0"/>
  </p:normalViewPr>
  <p:slideViewPr>
    <p:cSldViewPr snapToGrid="0" showGuides="1">
      <p:cViewPr varScale="1">
        <p:scale>
          <a:sx n="76" d="100"/>
          <a:sy n="76" d="100"/>
        </p:scale>
        <p:origin x="1445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anca Dr. Jaenecke" userId="81b82edeffc0aba1" providerId="LiveId" clId="{4DFBD63D-3C9E-488C-9BFB-FA7FDE7344A0}"/>
    <pc:docChg chg="modSld">
      <pc:chgData name="Bianca Dr. Jaenecke" userId="81b82edeffc0aba1" providerId="LiveId" clId="{4DFBD63D-3C9E-488C-9BFB-FA7FDE7344A0}" dt="2024-08-01T05:14:47.078" v="12" actId="20577"/>
      <pc:docMkLst>
        <pc:docMk/>
      </pc:docMkLst>
      <pc:sldChg chg="modSp mod">
        <pc:chgData name="Bianca Dr. Jaenecke" userId="81b82edeffc0aba1" providerId="LiveId" clId="{4DFBD63D-3C9E-488C-9BFB-FA7FDE7344A0}" dt="2024-08-01T05:14:47.078" v="12" actId="20577"/>
        <pc:sldMkLst>
          <pc:docMk/>
          <pc:sldMk cId="1149013416" sldId="1033"/>
        </pc:sldMkLst>
        <pc:spChg chg="mod">
          <ac:chgData name="Bianca Dr. Jaenecke" userId="81b82edeffc0aba1" providerId="LiveId" clId="{4DFBD63D-3C9E-488C-9BFB-FA7FDE7344A0}" dt="2024-08-01T05:14:20.845" v="1" actId="20577"/>
          <ac:spMkLst>
            <pc:docMk/>
            <pc:sldMk cId="1149013416" sldId="1033"/>
            <ac:spMk id="6" creationId="{24DCBFE0-7B4D-0791-7470-FF921AEBBE12}"/>
          </ac:spMkLst>
        </pc:spChg>
        <pc:spChg chg="mod">
          <ac:chgData name="Bianca Dr. Jaenecke" userId="81b82edeffc0aba1" providerId="LiveId" clId="{4DFBD63D-3C9E-488C-9BFB-FA7FDE7344A0}" dt="2024-08-01T05:14:47.078" v="12" actId="20577"/>
          <ac:spMkLst>
            <pc:docMk/>
            <pc:sldMk cId="1149013416" sldId="1033"/>
            <ac:spMk id="17" creationId="{2D03E868-B6C8-4530-A076-4789668232B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92618" custLinFactNeighborX="-44527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04936" custLinFactNeighborX="-46659" custLinFactNeighborY="-2674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92618" custLinFactNeighborX="-44527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04936" custLinFactNeighborX="-46659" custLinFactNeighborY="-2674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92618" custLinFactNeighborX="-44527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04936" custLinFactNeighborX="-46659" custLinFactNeighborY="-2674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47843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3072276" y="1505955"/>
          <a:ext cx="2536876" cy="17724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158802" y="1592481"/>
        <a:ext cx="2363824" cy="159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57919"/>
          <a:ext cx="2536876" cy="1589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74082" y="1135494"/>
        <a:ext cx="2381726" cy="1433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47843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3072276" y="1505955"/>
          <a:ext cx="2536876" cy="17724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158802" y="1592481"/>
        <a:ext cx="2363824" cy="15994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57919"/>
          <a:ext cx="2536876" cy="1589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74082" y="1135494"/>
        <a:ext cx="2381726" cy="14339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47843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3072276" y="1505955"/>
          <a:ext cx="2536876" cy="17724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158802" y="1592481"/>
        <a:ext cx="2363824" cy="159943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57919"/>
          <a:ext cx="2536876" cy="1589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74082" y="1135494"/>
        <a:ext cx="2381726" cy="143398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0C922-68C1-4860-AA5C-6C735E7C245A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3303-7A31-43D5-84D9-17279837BC6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9D9939-4755-DBB1-554E-BD946B5A411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8250"/>
            <a:ext cx="12192000" cy="2727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010A56-D546-F3A9-85F9-7724C0C196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17360" y="4410075"/>
            <a:ext cx="5019040" cy="451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Document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D6534DB-F9BF-AEC0-4E31-8566FCB55F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360" y="5306060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VN: Number | PN: Number</a:t>
            </a:r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412962-B030-C337-E5A8-928F84E27A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7360" y="5745162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Project: Project Name</a:t>
            </a:r>
            <a:endParaRPr lang="en-US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6019205-2062-7CFC-ACEB-57C67EEF9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7360" y="6184264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Country: Country Name</a:t>
            </a:r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B8BA691-4DC3-5D2F-4E42-5DFE112EF08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6232" y="422433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0F18DF49-AB3C-8758-115D-1F746F610DF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6232" y="5052935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F7EDE9F-6EFB-6AE6-8519-14FFB75ADD13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36232" y="586414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63B934A5-F153-6827-CA50-46BD64FDBE6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336232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FBF20E78-F2F4-7E91-1CC1-04A16E3D2530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369165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9F229C0F-1315-FCA0-D758-579336D8082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2402098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9169150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111120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7594"/>
            <a:ext cx="11112000" cy="4314306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33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9169150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111120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3981"/>
            <a:ext cx="11112000" cy="431791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66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6273563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62738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3981"/>
            <a:ext cx="6273800" cy="4317919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105C5C8-47DF-0C87-B90E-5EA1DFA6566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69150" y="1282700"/>
            <a:ext cx="5022850" cy="5029200"/>
          </a:xfrm>
          <a:custGeom>
            <a:avLst/>
            <a:gdLst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217805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2178050 w 5378450"/>
              <a:gd name="connsiteY4" fmla="*/ 0 h 5029200"/>
              <a:gd name="connsiteX0" fmla="*/ 1822450 w 5022850"/>
              <a:gd name="connsiteY0" fmla="*/ 0 h 5029200"/>
              <a:gd name="connsiteX1" fmla="*/ 5022850 w 5022850"/>
              <a:gd name="connsiteY1" fmla="*/ 0 h 5029200"/>
              <a:gd name="connsiteX2" fmla="*/ 5022850 w 5022850"/>
              <a:gd name="connsiteY2" fmla="*/ 5029200 h 5029200"/>
              <a:gd name="connsiteX3" fmla="*/ 0 w 5022850"/>
              <a:gd name="connsiteY3" fmla="*/ 5029200 h 5029200"/>
              <a:gd name="connsiteX4" fmla="*/ 1822450 w 5022850"/>
              <a:gd name="connsiteY4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2850" h="5029200">
                <a:moveTo>
                  <a:pt x="1822450" y="0"/>
                </a:moveTo>
                <a:lnTo>
                  <a:pt x="5022850" y="0"/>
                </a:lnTo>
                <a:lnTo>
                  <a:pt x="5022850" y="5029200"/>
                </a:lnTo>
                <a:lnTo>
                  <a:pt x="0" y="5029200"/>
                </a:lnTo>
                <a:lnTo>
                  <a:pt x="1822450" y="0"/>
                </a:lnTo>
                <a:close/>
              </a:path>
            </a:pathLst>
          </a:custGeom>
        </p:spPr>
        <p:txBody>
          <a:bodyPr/>
          <a:lstStyle>
            <a:lvl1pPr algn="r">
              <a:defRPr/>
            </a:lvl1pPr>
          </a:lstStyle>
          <a:p>
            <a:r>
              <a:rPr lang="hr-HR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38333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0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000" cy="5060127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3ACB39-B8D1-8F54-B8E5-F02464D3F8A9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92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0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000" cy="5060127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CE9CFE-57EC-9ED5-6DE7-EABB1761DF1C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94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62738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1BB27C6-96A9-FCDD-82F3-0750EEE6BC0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69149" y="549939"/>
            <a:ext cx="5026025" cy="5761961"/>
          </a:xfrm>
          <a:custGeom>
            <a:avLst/>
            <a:gdLst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217805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2178050 w 5378450"/>
              <a:gd name="connsiteY4" fmla="*/ 0 h 5029200"/>
              <a:gd name="connsiteX0" fmla="*/ 1822450 w 5022850"/>
              <a:gd name="connsiteY0" fmla="*/ 0 h 5029200"/>
              <a:gd name="connsiteX1" fmla="*/ 5022850 w 5022850"/>
              <a:gd name="connsiteY1" fmla="*/ 0 h 5029200"/>
              <a:gd name="connsiteX2" fmla="*/ 5022850 w 5022850"/>
              <a:gd name="connsiteY2" fmla="*/ 5029200 h 5029200"/>
              <a:gd name="connsiteX3" fmla="*/ 0 w 5022850"/>
              <a:gd name="connsiteY3" fmla="*/ 5029200 h 5029200"/>
              <a:gd name="connsiteX4" fmla="*/ 1822450 w 5022850"/>
              <a:gd name="connsiteY4" fmla="*/ 0 h 5029200"/>
              <a:gd name="connsiteX0" fmla="*/ 1822450 w 5022850"/>
              <a:gd name="connsiteY0" fmla="*/ 1386 h 5030586"/>
              <a:gd name="connsiteX1" fmla="*/ 4383906 w 5022850"/>
              <a:gd name="connsiteY1" fmla="*/ 0 h 5030586"/>
              <a:gd name="connsiteX2" fmla="*/ 5022850 w 5022850"/>
              <a:gd name="connsiteY2" fmla="*/ 5030586 h 5030586"/>
              <a:gd name="connsiteX3" fmla="*/ 0 w 5022850"/>
              <a:gd name="connsiteY3" fmla="*/ 5030586 h 5030586"/>
              <a:gd name="connsiteX4" fmla="*/ 1822450 w 5022850"/>
              <a:gd name="connsiteY4" fmla="*/ 1386 h 5030586"/>
              <a:gd name="connsiteX0" fmla="*/ 1822450 w 4388064"/>
              <a:gd name="connsiteY0" fmla="*/ 1386 h 5030586"/>
              <a:gd name="connsiteX1" fmla="*/ 4383906 w 4388064"/>
              <a:gd name="connsiteY1" fmla="*/ 0 h 5030586"/>
              <a:gd name="connsiteX2" fmla="*/ 4388064 w 4388064"/>
              <a:gd name="connsiteY2" fmla="*/ 5029200 h 5030586"/>
              <a:gd name="connsiteX3" fmla="*/ 0 w 4388064"/>
              <a:gd name="connsiteY3" fmla="*/ 5030586 h 5030586"/>
              <a:gd name="connsiteX4" fmla="*/ 1822450 w 4388064"/>
              <a:gd name="connsiteY4" fmla="*/ 1386 h 503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8064" h="5030586">
                <a:moveTo>
                  <a:pt x="1822450" y="1386"/>
                </a:moveTo>
                <a:lnTo>
                  <a:pt x="4383906" y="0"/>
                </a:lnTo>
                <a:lnTo>
                  <a:pt x="4388064" y="5029200"/>
                </a:lnTo>
                <a:lnTo>
                  <a:pt x="0" y="5030586"/>
                </a:lnTo>
                <a:lnTo>
                  <a:pt x="1822450" y="1386"/>
                </a:lnTo>
                <a:close/>
              </a:path>
            </a:pathLst>
          </a:custGeom>
        </p:spPr>
        <p:txBody>
          <a:bodyPr/>
          <a:lstStyle>
            <a:lvl1pPr algn="r"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58C1B0-7DC5-F33B-8EC5-D1836015A1C2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681355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8B81F-71A8-0367-5E4D-6BF628157A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3550" y="1251773"/>
            <a:ext cx="4478450" cy="50601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hr-HR"/>
              <a:t>Content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45318E-40CE-9318-7467-69A589264EF5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91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69087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8B81F-71A8-0367-5E4D-6BF628157A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2302650"/>
            <a:ext cx="11112250" cy="40092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hr-HR"/>
              <a:t>Content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C2B2D6-B926-AC80-45A9-B2277CD367A6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8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3256952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A0D57-EEEC-1BB9-394C-8470694881FB}"/>
              </a:ext>
            </a:extLst>
          </p:cNvPr>
          <p:cNvSpPr/>
          <p:nvPr userDrawn="1"/>
        </p:nvSpPr>
        <p:spPr>
          <a:xfrm>
            <a:off x="539750" y="4868334"/>
            <a:ext cx="11112250" cy="14435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02279-637B-4ABF-E20B-C739E3579916}"/>
              </a:ext>
            </a:extLst>
          </p:cNvPr>
          <p:cNvSpPr/>
          <p:nvPr userDrawn="1"/>
        </p:nvSpPr>
        <p:spPr>
          <a:xfrm>
            <a:off x="539750" y="4868334"/>
            <a:ext cx="69850" cy="14435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3F96C1-1602-B8AD-E405-897CA8A13C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600" y="5278121"/>
            <a:ext cx="10331880" cy="84806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88DE95-95FB-8150-A1DB-B877E35E3DCF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34B08F4-7CAF-A31D-CADD-334FA0DC2F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9600" y="4868464"/>
            <a:ext cx="10331880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3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2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A0D57-EEEC-1BB9-394C-8470694881FB}"/>
              </a:ext>
            </a:extLst>
          </p:cNvPr>
          <p:cNvSpPr/>
          <p:nvPr userDrawn="1"/>
        </p:nvSpPr>
        <p:spPr>
          <a:xfrm>
            <a:off x="7173300" y="1251772"/>
            <a:ext cx="4478700" cy="50601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02279-637B-4ABF-E20B-C739E3579916}"/>
              </a:ext>
            </a:extLst>
          </p:cNvPr>
          <p:cNvSpPr/>
          <p:nvPr userDrawn="1"/>
        </p:nvSpPr>
        <p:spPr>
          <a:xfrm>
            <a:off x="7173676" y="1251772"/>
            <a:ext cx="69850" cy="5060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3F96C1-1602-B8AD-E405-897CA8A13C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3276" y="2018702"/>
            <a:ext cx="3688724" cy="39475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CF00B7-F615-E073-FF4F-B90C18993728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1A760EF-2F7A-0035-4DC6-E33C79A565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03276" y="1606058"/>
            <a:ext cx="3688724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690879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790852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4430875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1AB87-F244-6FB6-759F-F3FD70000778}"/>
              </a:ext>
            </a:extLst>
          </p:cNvPr>
          <p:cNvSpPr/>
          <p:nvPr userDrawn="1"/>
        </p:nvSpPr>
        <p:spPr>
          <a:xfrm>
            <a:off x="8071145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9986AA-7561-6DAD-B3E8-90597FCD3475}"/>
              </a:ext>
            </a:extLst>
          </p:cNvPr>
          <p:cNvSpPr/>
          <p:nvPr userDrawn="1"/>
        </p:nvSpPr>
        <p:spPr>
          <a:xfrm>
            <a:off x="790728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EBA77-A1D4-F3EC-E949-99BAB3BA0ECE}"/>
              </a:ext>
            </a:extLst>
          </p:cNvPr>
          <p:cNvSpPr/>
          <p:nvPr userDrawn="1"/>
        </p:nvSpPr>
        <p:spPr>
          <a:xfrm>
            <a:off x="4430875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32B4F-F301-3176-D773-896A04EF418C}"/>
              </a:ext>
            </a:extLst>
          </p:cNvPr>
          <p:cNvSpPr/>
          <p:nvPr userDrawn="1"/>
        </p:nvSpPr>
        <p:spPr>
          <a:xfrm>
            <a:off x="8071022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0851" y="3194532"/>
            <a:ext cx="2969507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A81ACC6-85E3-5262-1B7B-FFE2D4AFC6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1146" y="3194532"/>
            <a:ext cx="2970004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0853" y="3194532"/>
            <a:ext cx="3009900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CD7340-7766-07E1-3D5B-42EDCFF94948}"/>
              </a:ext>
            </a:extLst>
          </p:cNvPr>
          <p:cNvSpPr/>
          <p:nvPr userDrawn="1"/>
        </p:nvSpPr>
        <p:spPr>
          <a:xfrm>
            <a:off x="790852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6853C-6C74-925F-9213-AE7DC6BE7D77}"/>
              </a:ext>
            </a:extLst>
          </p:cNvPr>
          <p:cNvSpPr/>
          <p:nvPr userDrawn="1"/>
        </p:nvSpPr>
        <p:spPr>
          <a:xfrm>
            <a:off x="4430999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C81B54-8EAD-97F4-AE1A-9AA842DD1660}"/>
              </a:ext>
            </a:extLst>
          </p:cNvPr>
          <p:cNvSpPr/>
          <p:nvPr userDrawn="1"/>
        </p:nvSpPr>
        <p:spPr>
          <a:xfrm>
            <a:off x="8071146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4FF7E1-0780-8DD0-EF1A-6B43B6385EE6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1D835757-CE08-5B62-48E0-C9D5F26F6E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0851" y="24621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583C9F1-0E98-EFEA-C20B-DDE1E447C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0853" y="24621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72BA139-B893-DB6D-C42C-DB6633BE7A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1146" y="24875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80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81531DE-BE3A-0A40-E34A-31A25344CE95}"/>
              </a:ext>
            </a:extLst>
          </p:cNvPr>
          <p:cNvGrpSpPr/>
          <p:nvPr userDrawn="1"/>
        </p:nvGrpSpPr>
        <p:grpSpPr>
          <a:xfrm>
            <a:off x="790852" y="1268227"/>
            <a:ext cx="10610296" cy="1439447"/>
            <a:chOff x="790852" y="1268227"/>
            <a:chExt cx="10610296" cy="143944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8E44F6-631A-A7D5-E06A-6B728171942C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1268227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E43BDA-699D-98A1-8705-FD9F6C7E6F4A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1268227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F6B80C-7CE4-7A27-53BD-937856633B40}"/>
                </a:ext>
              </a:extLst>
            </p:cNvPr>
            <p:cNvSpPr>
              <a:spLocks/>
            </p:cNvSpPr>
            <p:nvPr/>
          </p:nvSpPr>
          <p:spPr>
            <a:xfrm>
              <a:off x="790852" y="1268227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071413B7-2DE1-9C03-39C5-D3ED75A0A9E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981430" y="1448228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43DCBBE-D8FC-47E6-E31F-D67AC660763F}"/>
              </a:ext>
            </a:extLst>
          </p:cNvPr>
          <p:cNvGrpSpPr/>
          <p:nvPr userDrawn="1"/>
        </p:nvGrpSpPr>
        <p:grpSpPr>
          <a:xfrm>
            <a:off x="790852" y="4870049"/>
            <a:ext cx="10610296" cy="1439447"/>
            <a:chOff x="790852" y="4870049"/>
            <a:chExt cx="10610296" cy="143944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613051-5A09-6FB1-ECEB-714E3E5ACD7B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4870049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893BEE7-DB4C-6ABF-3136-59429F3FD770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487004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29FDB8D-2612-AB9A-0DB9-C9C3EC76A95C}"/>
                </a:ext>
              </a:extLst>
            </p:cNvPr>
            <p:cNvSpPr>
              <a:spLocks/>
            </p:cNvSpPr>
            <p:nvPr/>
          </p:nvSpPr>
          <p:spPr>
            <a:xfrm>
              <a:off x="790852" y="487004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981430" y="5050050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9967B9C-D066-B5F9-8160-05334EB15BC8}"/>
              </a:ext>
            </a:extLst>
          </p:cNvPr>
          <p:cNvGrpSpPr/>
          <p:nvPr userDrawn="1"/>
        </p:nvGrpSpPr>
        <p:grpSpPr>
          <a:xfrm>
            <a:off x="790852" y="3070879"/>
            <a:ext cx="10610296" cy="1439447"/>
            <a:chOff x="790852" y="3070879"/>
            <a:chExt cx="10610296" cy="14394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01643C0-14BD-3EFE-88CF-0F61AD61468B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3070879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A3E07C9-A78E-5F53-DA9F-D50A742CE8D4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307087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787326E-D84C-700B-74AB-EF89EA438B22}"/>
                </a:ext>
              </a:extLst>
            </p:cNvPr>
            <p:cNvSpPr>
              <a:spLocks/>
            </p:cNvSpPr>
            <p:nvPr/>
          </p:nvSpPr>
          <p:spPr>
            <a:xfrm>
              <a:off x="790852" y="307087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D0FB684-206E-C907-5A96-DE9202E9C06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981430" y="3250880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7A3B125-0A45-1B5A-166A-01110ABEC6B1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A0A79C08-C983-CF2D-D70D-6CAFCC6D7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5220" y="1784550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73" name="Text Placeholder 12">
            <a:extLst>
              <a:ext uri="{FF2B5EF4-FFF2-40B4-BE49-F238E27FC236}">
                <a16:creationId xmlns:a16="http://schemas.microsoft.com/office/drawing/2014/main" id="{B691D766-930C-17E4-1D1B-275FC5AD4B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5220" y="3587202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10DDB801-32AB-E738-F77E-597B4D1865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361" y="5386372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51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B52ABF4-E0ED-BA05-2CBE-4F472F293850}"/>
              </a:ext>
            </a:extLst>
          </p:cNvPr>
          <p:cNvGrpSpPr/>
          <p:nvPr userDrawn="1"/>
        </p:nvGrpSpPr>
        <p:grpSpPr>
          <a:xfrm>
            <a:off x="514350" y="1323370"/>
            <a:ext cx="5221650" cy="2105627"/>
            <a:chOff x="514350" y="1375667"/>
            <a:chExt cx="5221650" cy="11603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8E44F6-631A-A7D5-E06A-6B728171942C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E43BDA-699D-98A1-8705-FD9F6C7E6F4A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F6B80C-7CE4-7A27-53BD-937856633B40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045459" y="1614114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 Placeholder 12">
            <a:extLst>
              <a:ext uri="{FF2B5EF4-FFF2-40B4-BE49-F238E27FC236}">
                <a16:creationId xmlns:a16="http://schemas.microsoft.com/office/drawing/2014/main" id="{DBFC7D06-BB01-4B50-E300-AD8AEFDE4D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4350" y="1784553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2" name="Group 102">
            <a:extLst>
              <a:ext uri="{FF2B5EF4-FFF2-40B4-BE49-F238E27FC236}">
                <a16:creationId xmlns:a16="http://schemas.microsoft.com/office/drawing/2014/main" id="{F5EAB4D2-096E-1363-C8DC-EB9DAE2856E9}"/>
              </a:ext>
            </a:extLst>
          </p:cNvPr>
          <p:cNvGrpSpPr/>
          <p:nvPr userDrawn="1"/>
        </p:nvGrpSpPr>
        <p:grpSpPr>
          <a:xfrm>
            <a:off x="6310604" y="1323361"/>
            <a:ext cx="5221650" cy="2105627"/>
            <a:chOff x="514350" y="1375667"/>
            <a:chExt cx="5221650" cy="1160375"/>
          </a:xfrm>
        </p:grpSpPr>
        <p:sp>
          <p:nvSpPr>
            <p:cNvPr id="4" name="Rectangle 23">
              <a:extLst>
                <a:ext uri="{FF2B5EF4-FFF2-40B4-BE49-F238E27FC236}">
                  <a16:creationId xmlns:a16="http://schemas.microsoft.com/office/drawing/2014/main" id="{2CC5FAF4-D2E2-A80E-0772-11A84D078C4C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28">
              <a:extLst>
                <a:ext uri="{FF2B5EF4-FFF2-40B4-BE49-F238E27FC236}">
                  <a16:creationId xmlns:a16="http://schemas.microsoft.com/office/drawing/2014/main" id="{8573F28A-0FD2-0BFC-4A67-5025960FD1F8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DCD15672-2DD8-C109-5F2D-A5517801090F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D8D8286-9ADD-C40F-0197-7BD24575C3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1713" y="1614105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60C771C-027D-0DE3-7659-27948BF7A4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0604" y="1784544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11" name="Group 102">
            <a:extLst>
              <a:ext uri="{FF2B5EF4-FFF2-40B4-BE49-F238E27FC236}">
                <a16:creationId xmlns:a16="http://schemas.microsoft.com/office/drawing/2014/main" id="{A2A3F448-859C-D4F9-19F0-E8F14D7959B2}"/>
              </a:ext>
            </a:extLst>
          </p:cNvPr>
          <p:cNvGrpSpPr/>
          <p:nvPr userDrawn="1"/>
        </p:nvGrpSpPr>
        <p:grpSpPr>
          <a:xfrm>
            <a:off x="514350" y="3953039"/>
            <a:ext cx="5221650" cy="2105627"/>
            <a:chOff x="514350" y="1375667"/>
            <a:chExt cx="5221650" cy="1160375"/>
          </a:xfrm>
        </p:grpSpPr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AB09D80B-95A9-CC74-D5D3-81883E3496BE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28">
              <a:extLst>
                <a:ext uri="{FF2B5EF4-FFF2-40B4-BE49-F238E27FC236}">
                  <a16:creationId xmlns:a16="http://schemas.microsoft.com/office/drawing/2014/main" id="{E6D8BC6C-1024-0686-8BFA-2F362B802EC4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F2B5D600-FAF1-02FB-09CD-6AABF55C3A3F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662DE414-2FDF-8596-C0E1-47B73CA540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45459" y="4243783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664C0AE-38D9-7471-73C3-275FA8000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4350" y="4414222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18" name="Group 102">
            <a:extLst>
              <a:ext uri="{FF2B5EF4-FFF2-40B4-BE49-F238E27FC236}">
                <a16:creationId xmlns:a16="http://schemas.microsoft.com/office/drawing/2014/main" id="{6308BDC9-DC8E-BB16-726F-8290921A71A0}"/>
              </a:ext>
            </a:extLst>
          </p:cNvPr>
          <p:cNvGrpSpPr/>
          <p:nvPr userDrawn="1"/>
        </p:nvGrpSpPr>
        <p:grpSpPr>
          <a:xfrm>
            <a:off x="6310604" y="3953030"/>
            <a:ext cx="5221650" cy="2105627"/>
            <a:chOff x="514350" y="1375667"/>
            <a:chExt cx="5221650" cy="1160375"/>
          </a:xfrm>
        </p:grpSpPr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87370B0-2768-C730-D515-DF6B3B40CE7E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8">
              <a:extLst>
                <a:ext uri="{FF2B5EF4-FFF2-40B4-BE49-F238E27FC236}">
                  <a16:creationId xmlns:a16="http://schemas.microsoft.com/office/drawing/2014/main" id="{B58A2EDE-A8BD-DFB2-868D-A7926B490084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EB7345C3-955E-19A9-F6A2-984B04A512D5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9245B1D7-23EF-23DE-E7E4-CF9082E4EB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41713" y="4243774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5EB0135C-EE7D-3D71-A597-43E8743C2D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0604" y="4414213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8E44F6-631A-A7D5-E06A-6B728171942C}"/>
              </a:ext>
            </a:extLst>
          </p:cNvPr>
          <p:cNvSpPr>
            <a:spLocks/>
          </p:cNvSpPr>
          <p:nvPr userDrawn="1"/>
        </p:nvSpPr>
        <p:spPr>
          <a:xfrm>
            <a:off x="514350" y="1439865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5E43BDA-699D-98A1-8705-FD9F6C7E6F4A}"/>
              </a:ext>
            </a:extLst>
          </p:cNvPr>
          <p:cNvSpPr>
            <a:spLocks/>
          </p:cNvSpPr>
          <p:nvPr userDrawn="1"/>
        </p:nvSpPr>
        <p:spPr>
          <a:xfrm>
            <a:off x="54753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F6B80C-7CE4-7A27-53BD-937856633B40}"/>
              </a:ext>
            </a:extLst>
          </p:cNvPr>
          <p:cNvSpPr>
            <a:spLocks/>
          </p:cNvSpPr>
          <p:nvPr/>
        </p:nvSpPr>
        <p:spPr>
          <a:xfrm>
            <a:off x="51435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184816" y="1824821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4DAF57-E25F-DC21-BAAC-D6748239D232}"/>
              </a:ext>
            </a:extLst>
          </p:cNvPr>
          <p:cNvSpPr>
            <a:spLocks/>
          </p:cNvSpPr>
          <p:nvPr userDrawn="1"/>
        </p:nvSpPr>
        <p:spPr>
          <a:xfrm>
            <a:off x="6096000" y="1439865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7E9507-5C4D-D848-5C43-05F56C9C11DF}"/>
              </a:ext>
            </a:extLst>
          </p:cNvPr>
          <p:cNvSpPr>
            <a:spLocks/>
          </p:cNvSpPr>
          <p:nvPr userDrawn="1"/>
        </p:nvSpPr>
        <p:spPr>
          <a:xfrm>
            <a:off x="612918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2747934-4AB9-3B3A-FE6F-2F9B21D14033}"/>
              </a:ext>
            </a:extLst>
          </p:cNvPr>
          <p:cNvSpPr>
            <a:spLocks/>
          </p:cNvSpPr>
          <p:nvPr/>
        </p:nvSpPr>
        <p:spPr>
          <a:xfrm>
            <a:off x="609600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19AE1-E201-737E-E50B-736B6B5251C1}"/>
              </a:ext>
            </a:extLst>
          </p:cNvPr>
          <p:cNvSpPr>
            <a:spLocks/>
          </p:cNvSpPr>
          <p:nvPr userDrawn="1"/>
        </p:nvSpPr>
        <p:spPr>
          <a:xfrm>
            <a:off x="514350" y="3076044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2920A59-3474-20D5-7E09-69B09E46BE9F}"/>
              </a:ext>
            </a:extLst>
          </p:cNvPr>
          <p:cNvSpPr>
            <a:spLocks/>
          </p:cNvSpPr>
          <p:nvPr userDrawn="1"/>
        </p:nvSpPr>
        <p:spPr>
          <a:xfrm>
            <a:off x="54753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BE64789-1933-AF08-8D37-A6EB8D9225A5}"/>
              </a:ext>
            </a:extLst>
          </p:cNvPr>
          <p:cNvSpPr>
            <a:spLocks/>
          </p:cNvSpPr>
          <p:nvPr/>
        </p:nvSpPr>
        <p:spPr>
          <a:xfrm>
            <a:off x="51435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A542A3-00D9-9B17-9DAF-4ED42535CA83}"/>
              </a:ext>
            </a:extLst>
          </p:cNvPr>
          <p:cNvSpPr>
            <a:spLocks/>
          </p:cNvSpPr>
          <p:nvPr userDrawn="1"/>
        </p:nvSpPr>
        <p:spPr>
          <a:xfrm>
            <a:off x="6096000" y="3076044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027E92-8EC1-1406-985D-D713A378DC85}"/>
              </a:ext>
            </a:extLst>
          </p:cNvPr>
          <p:cNvSpPr>
            <a:spLocks/>
          </p:cNvSpPr>
          <p:nvPr userDrawn="1"/>
        </p:nvSpPr>
        <p:spPr>
          <a:xfrm>
            <a:off x="612918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47D87A4-CD11-89FF-1DC9-B364B7871EBC}"/>
              </a:ext>
            </a:extLst>
          </p:cNvPr>
          <p:cNvSpPr>
            <a:spLocks/>
          </p:cNvSpPr>
          <p:nvPr/>
        </p:nvSpPr>
        <p:spPr>
          <a:xfrm>
            <a:off x="609600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041B74-3CBE-C5AB-B031-CAD61F0B471F}"/>
              </a:ext>
            </a:extLst>
          </p:cNvPr>
          <p:cNvSpPr>
            <a:spLocks/>
          </p:cNvSpPr>
          <p:nvPr userDrawn="1"/>
        </p:nvSpPr>
        <p:spPr>
          <a:xfrm>
            <a:off x="514350" y="4720313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C9C38AC-0306-BCFF-56F4-25C3214FBBB4}"/>
              </a:ext>
            </a:extLst>
          </p:cNvPr>
          <p:cNvSpPr>
            <a:spLocks/>
          </p:cNvSpPr>
          <p:nvPr userDrawn="1"/>
        </p:nvSpPr>
        <p:spPr>
          <a:xfrm>
            <a:off x="54753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5AE725A-CACE-E2D5-C9EF-1DB1DF635783}"/>
              </a:ext>
            </a:extLst>
          </p:cNvPr>
          <p:cNvSpPr>
            <a:spLocks/>
          </p:cNvSpPr>
          <p:nvPr/>
        </p:nvSpPr>
        <p:spPr>
          <a:xfrm>
            <a:off x="51435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01E120-0ECD-E175-F5F6-CF007459BCF7}"/>
              </a:ext>
            </a:extLst>
          </p:cNvPr>
          <p:cNvSpPr>
            <a:spLocks/>
          </p:cNvSpPr>
          <p:nvPr userDrawn="1"/>
        </p:nvSpPr>
        <p:spPr>
          <a:xfrm>
            <a:off x="6096000" y="4720313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E88C496-27F4-B905-2183-B5C071DAAB9C}"/>
              </a:ext>
            </a:extLst>
          </p:cNvPr>
          <p:cNvSpPr>
            <a:spLocks/>
          </p:cNvSpPr>
          <p:nvPr userDrawn="1"/>
        </p:nvSpPr>
        <p:spPr>
          <a:xfrm>
            <a:off x="612918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10A71FE-E12D-F26A-1E37-91C85A153BC5}"/>
              </a:ext>
            </a:extLst>
          </p:cNvPr>
          <p:cNvSpPr>
            <a:spLocks/>
          </p:cNvSpPr>
          <p:nvPr/>
        </p:nvSpPr>
        <p:spPr>
          <a:xfrm>
            <a:off x="609600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415A4530-29CA-F512-52AF-DCBCF7CD23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66467" y="1824821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E788FBA7-99C4-FA62-0EC7-0A01709FA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84816" y="3459306"/>
            <a:ext cx="3383999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13715EFB-2BF5-F769-B5D8-6847E0AA52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66467" y="3459306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D5ADCAD0-C2E7-B471-6ED5-B164387767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4816" y="5099589"/>
            <a:ext cx="3383999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BD62273-C8D8-C271-EDEB-316DD17CF5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65953" y="5099589"/>
            <a:ext cx="3384514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5" name="Text Placeholder 12">
            <a:extLst>
              <a:ext uri="{FF2B5EF4-FFF2-40B4-BE49-F238E27FC236}">
                <a16:creationId xmlns:a16="http://schemas.microsoft.com/office/drawing/2014/main" id="{C8699FC8-0F21-D3BD-7EEA-D198070DB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4816" y="1476541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87" name="Text Placeholder 12">
            <a:extLst>
              <a:ext uri="{FF2B5EF4-FFF2-40B4-BE49-F238E27FC236}">
                <a16:creationId xmlns:a16="http://schemas.microsoft.com/office/drawing/2014/main" id="{E50E4D6B-9709-0150-8FD1-DD56676BBC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66466" y="1476541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C335C507-16CD-BF93-4577-89626917A9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0058" y="3111026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4" name="Text Placeholder 12">
            <a:extLst>
              <a:ext uri="{FF2B5EF4-FFF2-40B4-BE49-F238E27FC236}">
                <a16:creationId xmlns:a16="http://schemas.microsoft.com/office/drawing/2014/main" id="{64889E51-38B1-A57B-2D1F-9B943A7976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8408" y="3111026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6" name="Text Placeholder 12">
            <a:extLst>
              <a:ext uri="{FF2B5EF4-FFF2-40B4-BE49-F238E27FC236}">
                <a16:creationId xmlns:a16="http://schemas.microsoft.com/office/drawing/2014/main" id="{2106E6A7-FDB2-4DCF-98FB-33FAD45CF9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38793" y="4751607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A9A811FD-004E-697C-0E9B-134A827332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4816" y="4751607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107" name="Text Placeholder 12">
            <a:extLst>
              <a:ext uri="{FF2B5EF4-FFF2-40B4-BE49-F238E27FC236}">
                <a16:creationId xmlns:a16="http://schemas.microsoft.com/office/drawing/2014/main" id="{FFA7D5B1-0ADF-7CE2-FC9F-24BE7D4717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364" y="1656308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114" name="Text Placeholder 12">
            <a:extLst>
              <a:ext uri="{FF2B5EF4-FFF2-40B4-BE49-F238E27FC236}">
                <a16:creationId xmlns:a16="http://schemas.microsoft.com/office/drawing/2014/main" id="{60E1F58B-C4F7-DFD9-74C1-DDB1E2CAE3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8742" y="3289187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117" name="Text Placeholder 12">
            <a:extLst>
              <a:ext uri="{FF2B5EF4-FFF2-40B4-BE49-F238E27FC236}">
                <a16:creationId xmlns:a16="http://schemas.microsoft.com/office/drawing/2014/main" id="{073426FD-200F-78EF-5500-40A332B783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362" y="4936756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121" name="Text Placeholder 12">
            <a:extLst>
              <a:ext uri="{FF2B5EF4-FFF2-40B4-BE49-F238E27FC236}">
                <a16:creationId xmlns:a16="http://schemas.microsoft.com/office/drawing/2014/main" id="{93488802-2D05-B6BB-37E2-70582D9733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8012" y="4936756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6</a:t>
            </a:r>
            <a:endParaRPr lang="en-US"/>
          </a:p>
        </p:txBody>
      </p:sp>
      <p:sp>
        <p:nvSpPr>
          <p:cNvPr id="124" name="Text Placeholder 12">
            <a:extLst>
              <a:ext uri="{FF2B5EF4-FFF2-40B4-BE49-F238E27FC236}">
                <a16:creationId xmlns:a16="http://schemas.microsoft.com/office/drawing/2014/main" id="{B63AE98E-0453-B96F-BDB8-B0FB6BB5B0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8012" y="3289187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5</a:t>
            </a:r>
            <a:endParaRPr lang="en-US"/>
          </a:p>
        </p:txBody>
      </p:sp>
      <p:sp>
        <p:nvSpPr>
          <p:cNvPr id="127" name="Text Placeholder 12">
            <a:extLst>
              <a:ext uri="{FF2B5EF4-FFF2-40B4-BE49-F238E27FC236}">
                <a16:creationId xmlns:a16="http://schemas.microsoft.com/office/drawing/2014/main" id="{8EE84C58-3891-0B98-1DF0-C31B6EC5E4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8012" y="1656308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27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635"/>
            <a:ext cx="11112250" cy="69087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790852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4430875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1AB87-F244-6FB6-759F-F3FD70000778}"/>
              </a:ext>
            </a:extLst>
          </p:cNvPr>
          <p:cNvSpPr/>
          <p:nvPr userDrawn="1"/>
        </p:nvSpPr>
        <p:spPr>
          <a:xfrm>
            <a:off x="8071145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 </a:t>
            </a:r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0851" y="3333507"/>
            <a:ext cx="2969507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A81ACC6-85E3-5262-1B7B-FFE2D4AFC6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1146" y="3333507"/>
            <a:ext cx="2970004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0853" y="3333507"/>
            <a:ext cx="3009900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2BFDB8-2C11-E6CD-F08C-C666AE68A4AF}"/>
              </a:ext>
            </a:extLst>
          </p:cNvPr>
          <p:cNvGrpSpPr/>
          <p:nvPr userDrawn="1"/>
        </p:nvGrpSpPr>
        <p:grpSpPr>
          <a:xfrm>
            <a:off x="790852" y="2302374"/>
            <a:ext cx="987677" cy="719053"/>
            <a:chOff x="790852" y="1973347"/>
            <a:chExt cx="987677" cy="71905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500396E-CB83-874F-04BF-46FE80E67B3D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602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EBF7553-F33D-7D7F-C7CD-F8771918BAB4}"/>
                </a:ext>
              </a:extLst>
            </p:cNvPr>
            <p:cNvSpPr>
              <a:spLocks/>
            </p:cNvSpPr>
            <p:nvPr/>
          </p:nvSpPr>
          <p:spPr>
            <a:xfrm>
              <a:off x="790852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568716DB-96DD-3854-DA5D-1BF66469E29D}"/>
              </a:ext>
            </a:extLst>
          </p:cNvPr>
          <p:cNvSpPr txBox="1">
            <a:spLocks/>
          </p:cNvSpPr>
          <p:nvPr userDrawn="1"/>
        </p:nvSpPr>
        <p:spPr>
          <a:xfrm>
            <a:off x="907351" y="2333771"/>
            <a:ext cx="502348" cy="656259"/>
          </a:xfrm>
          <a:prstGeom prst="rect">
            <a:avLst/>
          </a:prstGeom>
        </p:spPr>
        <p:txBody>
          <a:bodyPr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60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CEA45C-D42D-BA99-EAAF-CC7566E57348}"/>
              </a:ext>
            </a:extLst>
          </p:cNvPr>
          <p:cNvGrpSpPr/>
          <p:nvPr userDrawn="1"/>
        </p:nvGrpSpPr>
        <p:grpSpPr>
          <a:xfrm>
            <a:off x="4430875" y="2302374"/>
            <a:ext cx="987677" cy="719053"/>
            <a:chOff x="4430875" y="1973347"/>
            <a:chExt cx="987677" cy="71905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7F69198-D9D3-0618-8461-9A8B50854147}"/>
                </a:ext>
              </a:extLst>
            </p:cNvPr>
            <p:cNvSpPr>
              <a:spLocks/>
            </p:cNvSpPr>
            <p:nvPr userDrawn="1"/>
          </p:nvSpPr>
          <p:spPr>
            <a:xfrm>
              <a:off x="4462625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2E4FCB-34DE-7E47-83BD-783B6EB11B0F}"/>
                </a:ext>
              </a:extLst>
            </p:cNvPr>
            <p:cNvSpPr>
              <a:spLocks/>
            </p:cNvSpPr>
            <p:nvPr userDrawn="1"/>
          </p:nvSpPr>
          <p:spPr>
            <a:xfrm>
              <a:off x="4430875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8194AD-FA52-1F16-7908-60F9BA81E386}"/>
              </a:ext>
            </a:extLst>
          </p:cNvPr>
          <p:cNvGrpSpPr/>
          <p:nvPr userDrawn="1"/>
        </p:nvGrpSpPr>
        <p:grpSpPr>
          <a:xfrm>
            <a:off x="8070898" y="2302374"/>
            <a:ext cx="987677" cy="719053"/>
            <a:chOff x="8070898" y="1973347"/>
            <a:chExt cx="987677" cy="719053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305F920-120A-A6E3-30C2-DA445EC3DDA3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2648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3389346-7217-8313-A76F-E67D6288B619}"/>
                </a:ext>
              </a:extLst>
            </p:cNvPr>
            <p:cNvSpPr>
              <a:spLocks/>
            </p:cNvSpPr>
            <p:nvPr userDrawn="1"/>
          </p:nvSpPr>
          <p:spPr>
            <a:xfrm>
              <a:off x="8070898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6DD8E7-3727-0799-F7E7-9F40CE4C06C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F36C3DB-C8EA-D16E-CD6F-8629EE1BCF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351" y="2334830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D4A2473D-AFB2-2617-3731-3E02E74592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47374" y="2334830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5AB380C7-D4DA-0334-D3EF-97A5F77154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87397" y="2331801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59" name="Text Placeholder 12">
            <a:extLst>
              <a:ext uri="{FF2B5EF4-FFF2-40B4-BE49-F238E27FC236}">
                <a16:creationId xmlns:a16="http://schemas.microsoft.com/office/drawing/2014/main" id="{693F066D-7C89-3DEB-FEC8-ACD7BAC944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779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3DB0233C-F6F4-A609-8941-CA3C0864F82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88353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1" name="Text Placeholder 12">
            <a:extLst>
              <a:ext uri="{FF2B5EF4-FFF2-40B4-BE49-F238E27FC236}">
                <a16:creationId xmlns:a16="http://schemas.microsoft.com/office/drawing/2014/main" id="{FB5AFE43-1C3B-D47A-2CD3-C4CC6435CB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1105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5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539750" y="1454034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6455874" y="1454032"/>
            <a:ext cx="5196125" cy="2168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749" y="2353083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5852" y="2353083"/>
            <a:ext cx="4875895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500396E-CB83-874F-04BF-46FE80E67B3D}"/>
              </a:ext>
            </a:extLst>
          </p:cNvPr>
          <p:cNvSpPr>
            <a:spLocks/>
          </p:cNvSpPr>
          <p:nvPr userDrawn="1"/>
        </p:nvSpPr>
        <p:spPr>
          <a:xfrm>
            <a:off x="571500" y="1454033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7F69198-D9D3-0618-8461-9A8B50854147}"/>
              </a:ext>
            </a:extLst>
          </p:cNvPr>
          <p:cNvSpPr>
            <a:spLocks/>
          </p:cNvSpPr>
          <p:nvPr userDrawn="1"/>
        </p:nvSpPr>
        <p:spPr>
          <a:xfrm>
            <a:off x="6487625" y="145403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BF7553-F33D-7D7F-C7CD-F8771918BAB4}"/>
              </a:ext>
            </a:extLst>
          </p:cNvPr>
          <p:cNvSpPr>
            <a:spLocks/>
          </p:cNvSpPr>
          <p:nvPr/>
        </p:nvSpPr>
        <p:spPr>
          <a:xfrm>
            <a:off x="539750" y="1454034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2E4FCB-34DE-7E47-83BD-783B6EB11B0F}"/>
              </a:ext>
            </a:extLst>
          </p:cNvPr>
          <p:cNvSpPr>
            <a:spLocks/>
          </p:cNvSpPr>
          <p:nvPr userDrawn="1"/>
        </p:nvSpPr>
        <p:spPr>
          <a:xfrm>
            <a:off x="6455875" y="1454032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6DD8E7-3727-0799-F7E7-9F40CE4C06C4}"/>
              </a:ext>
            </a:extLst>
          </p:cNvPr>
          <p:cNvCxnSpPr>
            <a:cxnSpLocks/>
          </p:cNvCxnSpPr>
          <p:nvPr userDrawn="1"/>
        </p:nvCxnSpPr>
        <p:spPr>
          <a:xfrm>
            <a:off x="0" y="905336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D50AFA5-40AE-A9B1-F2C7-993BC0D27C53}"/>
              </a:ext>
            </a:extLst>
          </p:cNvPr>
          <p:cNvSpPr/>
          <p:nvPr userDrawn="1"/>
        </p:nvSpPr>
        <p:spPr>
          <a:xfrm>
            <a:off x="539750" y="3987492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9406A59C-2134-D36C-3B83-EE1728046A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749" y="4886541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EBD9B1-D662-A5EF-4A40-1A998254AB84}"/>
              </a:ext>
            </a:extLst>
          </p:cNvPr>
          <p:cNvSpPr>
            <a:spLocks/>
          </p:cNvSpPr>
          <p:nvPr userDrawn="1"/>
        </p:nvSpPr>
        <p:spPr>
          <a:xfrm>
            <a:off x="571500" y="398749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CE3CF1F-221B-E954-FE7A-480915528F8E}"/>
              </a:ext>
            </a:extLst>
          </p:cNvPr>
          <p:cNvSpPr>
            <a:spLocks/>
          </p:cNvSpPr>
          <p:nvPr userDrawn="1"/>
        </p:nvSpPr>
        <p:spPr>
          <a:xfrm>
            <a:off x="539750" y="3987492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0422DE-484D-2670-4E76-8606873035DF}"/>
              </a:ext>
            </a:extLst>
          </p:cNvPr>
          <p:cNvSpPr/>
          <p:nvPr userDrawn="1"/>
        </p:nvSpPr>
        <p:spPr>
          <a:xfrm>
            <a:off x="6455749" y="3987491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BE728EB-2E58-B5FC-1286-64EE19A440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5748" y="4886540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6F010D0-D0A0-3D39-0C4C-99E963653695}"/>
              </a:ext>
            </a:extLst>
          </p:cNvPr>
          <p:cNvSpPr>
            <a:spLocks/>
          </p:cNvSpPr>
          <p:nvPr userDrawn="1"/>
        </p:nvSpPr>
        <p:spPr>
          <a:xfrm>
            <a:off x="6487499" y="3987490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D69C0AA-2F91-851A-E57B-CCCFA25C834F}"/>
              </a:ext>
            </a:extLst>
          </p:cNvPr>
          <p:cNvSpPr>
            <a:spLocks/>
          </p:cNvSpPr>
          <p:nvPr userDrawn="1"/>
        </p:nvSpPr>
        <p:spPr>
          <a:xfrm>
            <a:off x="6455749" y="398749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BD483AEA-92B6-738E-CC7A-91B308245C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442" y="1486799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971B622E-2F54-E494-C0D9-2B50C78936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676" y="1646299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99A4A2DB-E6C5-A018-230C-2CB30566B7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72570" y="1480667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58" name="Text Placeholder 12">
            <a:extLst>
              <a:ext uri="{FF2B5EF4-FFF2-40B4-BE49-F238E27FC236}">
                <a16:creationId xmlns:a16="http://schemas.microsoft.com/office/drawing/2014/main" id="{6D5460B2-796E-33E2-FDC1-69CB906B46F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12804" y="1640167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1" name="Text Placeholder 12">
            <a:extLst>
              <a:ext uri="{FF2B5EF4-FFF2-40B4-BE49-F238E27FC236}">
                <a16:creationId xmlns:a16="http://schemas.microsoft.com/office/drawing/2014/main" id="{7C2F59D9-4375-DE5D-DCF2-D462B6B332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5442" y="4020379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BFE63371-B5B8-C5F8-E6C7-9AAA75A1CD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95676" y="4179879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8A02B170-DF59-436B-2A7F-1954CED55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2570" y="4025326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824CD4E8-6797-DB1E-0A75-1DC154DC17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12804" y="4184826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7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393422" y="1824820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415A4530-29CA-F512-52AF-DCBCF7CD23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072" y="1824820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E788FBA7-99C4-FA62-0EC7-0A01709FA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3422" y="3459305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13715EFB-2BF5-F769-B5D8-6847E0AA52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75072" y="3459305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D5ADCAD0-C2E7-B471-6ED5-B164387767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3422" y="5099588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BD62273-C8D8-C271-EDEB-316DD17CF5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74558" y="5099588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89C918-CD97-17AD-5F9D-8E9927850DF7}"/>
              </a:ext>
            </a:extLst>
          </p:cNvPr>
          <p:cNvCxnSpPr>
            <a:cxnSpLocks/>
          </p:cNvCxnSpPr>
          <p:nvPr userDrawn="1"/>
        </p:nvCxnSpPr>
        <p:spPr>
          <a:xfrm>
            <a:off x="1221873" y="1439865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F6E36-898F-C2EE-A028-A23BFCC31DFE}"/>
              </a:ext>
            </a:extLst>
          </p:cNvPr>
          <p:cNvCxnSpPr>
            <a:cxnSpLocks/>
          </p:cNvCxnSpPr>
          <p:nvPr userDrawn="1"/>
        </p:nvCxnSpPr>
        <p:spPr>
          <a:xfrm>
            <a:off x="1226133" y="3076044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750-EF34-9A14-12AE-AA6175816942}"/>
              </a:ext>
            </a:extLst>
          </p:cNvPr>
          <p:cNvCxnSpPr>
            <a:cxnSpLocks/>
          </p:cNvCxnSpPr>
          <p:nvPr userDrawn="1"/>
        </p:nvCxnSpPr>
        <p:spPr>
          <a:xfrm>
            <a:off x="1230923" y="4720313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5B93D6-4405-FB03-7EB4-CF86633851BC}"/>
              </a:ext>
            </a:extLst>
          </p:cNvPr>
          <p:cNvCxnSpPr>
            <a:cxnSpLocks/>
          </p:cNvCxnSpPr>
          <p:nvPr userDrawn="1"/>
        </p:nvCxnSpPr>
        <p:spPr>
          <a:xfrm>
            <a:off x="6805910" y="1439865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5FE8A-35C6-58A3-BEFA-61D6341CC221}"/>
              </a:ext>
            </a:extLst>
          </p:cNvPr>
          <p:cNvCxnSpPr>
            <a:cxnSpLocks/>
          </p:cNvCxnSpPr>
          <p:nvPr userDrawn="1"/>
        </p:nvCxnSpPr>
        <p:spPr>
          <a:xfrm>
            <a:off x="6805910" y="3074350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6452F1-96CC-2073-1E7D-7E9A00D505AF}"/>
              </a:ext>
            </a:extLst>
          </p:cNvPr>
          <p:cNvCxnSpPr>
            <a:cxnSpLocks/>
          </p:cNvCxnSpPr>
          <p:nvPr userDrawn="1"/>
        </p:nvCxnSpPr>
        <p:spPr>
          <a:xfrm>
            <a:off x="6805910" y="4720313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A9A4C58-0A99-AF15-EA64-BF2DC75703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350" y="1449524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678673D-E77B-45F4-F973-39D73F8CC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3422" y="1476317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1C341BA6-5CF1-0BF7-D453-0F16CAF1B3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439864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3EE3ADBC-1EC0-5010-970B-080BDC4A19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5072" y="1466657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128E1F7-F4F2-50A7-358D-4C8A798EC3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350" y="3074350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A19BA03-B3E0-134D-8025-AAB4568ED8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93422" y="3101143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45EFAE1B-F1D6-34AD-2662-BA99B3DDDB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3074350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5</a:t>
            </a:r>
            <a:endParaRPr lang="en-US"/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1E1F1D83-4334-EA85-06C7-01B13636D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75072" y="3101143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7CBF6E9A-9777-FF2B-2B03-600E01014E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2290" y="4722016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D963D07-967F-D167-CC8E-344D7817C0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01362" y="4748809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20B9F6F3-BCBA-DD8A-FE39-91CA9CC8AEF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486" y="4722016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6</a:t>
            </a:r>
            <a:endParaRPr lang="en-US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DF363C27-6166-9801-D0FB-58B1191F12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74558" y="4748809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67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2E2777-5F5A-FFAE-4933-D363D3C8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0471" y="3429000"/>
            <a:ext cx="815529" cy="1037167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8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#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C1EB05-7A78-5844-39A4-2335A012E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180493" cy="18245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Chapter Name</a:t>
            </a:r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08BB1D-68EB-27DE-D280-43354A78646F}"/>
              </a:ext>
            </a:extLst>
          </p:cNvPr>
          <p:cNvSpPr/>
          <p:nvPr userDrawn="1"/>
        </p:nvSpPr>
        <p:spPr>
          <a:xfrm>
            <a:off x="0" y="177"/>
            <a:ext cx="3987175" cy="6857645"/>
          </a:xfrm>
          <a:custGeom>
            <a:avLst/>
            <a:gdLst>
              <a:gd name="connsiteX0" fmla="*/ 0 w 3987175"/>
              <a:gd name="connsiteY0" fmla="*/ 5791907 h 6857645"/>
              <a:gd name="connsiteX1" fmla="*/ 1853433 w 3987175"/>
              <a:gd name="connsiteY1" fmla="*/ 5791907 h 6857645"/>
              <a:gd name="connsiteX2" fmla="*/ 1460435 w 3987175"/>
              <a:gd name="connsiteY2" fmla="*/ 6857645 h 6857645"/>
              <a:gd name="connsiteX3" fmla="*/ 0 w 3987175"/>
              <a:gd name="connsiteY3" fmla="*/ 6857645 h 6857645"/>
              <a:gd name="connsiteX4" fmla="*/ 0 w 3987175"/>
              <a:gd name="connsiteY4" fmla="*/ 4879631 h 6857645"/>
              <a:gd name="connsiteX5" fmla="*/ 2189237 w 3987175"/>
              <a:gd name="connsiteY5" fmla="*/ 4879631 h 6857645"/>
              <a:gd name="connsiteX6" fmla="*/ 1914025 w 3987175"/>
              <a:gd name="connsiteY6" fmla="*/ 5626554 h 6857645"/>
              <a:gd name="connsiteX7" fmla="*/ 0 w 3987175"/>
              <a:gd name="connsiteY7" fmla="*/ 5626554 h 6857645"/>
              <a:gd name="connsiteX8" fmla="*/ 0 w 3987175"/>
              <a:gd name="connsiteY8" fmla="*/ 3967354 h 6857645"/>
              <a:gd name="connsiteX9" fmla="*/ 2525607 w 3987175"/>
              <a:gd name="connsiteY9" fmla="*/ 3967354 h 6857645"/>
              <a:gd name="connsiteX10" fmla="*/ 2250395 w 3987175"/>
              <a:gd name="connsiteY10" fmla="*/ 4714277 h 6857645"/>
              <a:gd name="connsiteX11" fmla="*/ 0 w 3987175"/>
              <a:gd name="connsiteY11" fmla="*/ 4714277 h 6857645"/>
              <a:gd name="connsiteX12" fmla="*/ 0 w 3987175"/>
              <a:gd name="connsiteY12" fmla="*/ 3055644 h 6857645"/>
              <a:gd name="connsiteX13" fmla="*/ 2861411 w 3987175"/>
              <a:gd name="connsiteY13" fmla="*/ 3055644 h 6857645"/>
              <a:gd name="connsiteX14" fmla="*/ 2586199 w 3987175"/>
              <a:gd name="connsiteY14" fmla="*/ 3802567 h 6857645"/>
              <a:gd name="connsiteX15" fmla="*/ 0 w 3987175"/>
              <a:gd name="connsiteY15" fmla="*/ 3802567 h 6857645"/>
              <a:gd name="connsiteX16" fmla="*/ 0 w 3987175"/>
              <a:gd name="connsiteY16" fmla="*/ 2143368 h 6857645"/>
              <a:gd name="connsiteX17" fmla="*/ 3197215 w 3987175"/>
              <a:gd name="connsiteY17" fmla="*/ 2143368 h 6857645"/>
              <a:gd name="connsiteX18" fmla="*/ 2922569 w 3987175"/>
              <a:gd name="connsiteY18" fmla="*/ 2890291 h 6857645"/>
              <a:gd name="connsiteX19" fmla="*/ 0 w 3987175"/>
              <a:gd name="connsiteY19" fmla="*/ 2890291 h 6857645"/>
              <a:gd name="connsiteX20" fmla="*/ 0 w 3987175"/>
              <a:gd name="connsiteY20" fmla="*/ 1231091 h 6857645"/>
              <a:gd name="connsiteX21" fmla="*/ 3533585 w 3987175"/>
              <a:gd name="connsiteY21" fmla="*/ 1231091 h 6857645"/>
              <a:gd name="connsiteX22" fmla="*/ 3258373 w 3987175"/>
              <a:gd name="connsiteY22" fmla="*/ 1978014 h 6857645"/>
              <a:gd name="connsiteX23" fmla="*/ 0 w 3987175"/>
              <a:gd name="connsiteY23" fmla="*/ 1978014 h 6857645"/>
              <a:gd name="connsiteX24" fmla="*/ 0 w 3987175"/>
              <a:gd name="connsiteY24" fmla="*/ 0 h 6857645"/>
              <a:gd name="connsiteX25" fmla="*/ 3987175 w 3987175"/>
              <a:gd name="connsiteY25" fmla="*/ 0 h 6857645"/>
              <a:gd name="connsiteX26" fmla="*/ 3594177 w 3987175"/>
              <a:gd name="connsiteY26" fmla="*/ 1066305 h 6857645"/>
              <a:gd name="connsiteX27" fmla="*/ 0 w 3987175"/>
              <a:gd name="connsiteY27" fmla="*/ 1066305 h 685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87175" h="6857645">
                <a:moveTo>
                  <a:pt x="0" y="5791907"/>
                </a:moveTo>
                <a:lnTo>
                  <a:pt x="1853433" y="5791907"/>
                </a:lnTo>
                <a:lnTo>
                  <a:pt x="1460435" y="6857645"/>
                </a:lnTo>
                <a:lnTo>
                  <a:pt x="0" y="6857645"/>
                </a:lnTo>
                <a:close/>
                <a:moveTo>
                  <a:pt x="0" y="4879631"/>
                </a:moveTo>
                <a:lnTo>
                  <a:pt x="2189237" y="4879631"/>
                </a:lnTo>
                <a:lnTo>
                  <a:pt x="1914025" y="5626554"/>
                </a:lnTo>
                <a:lnTo>
                  <a:pt x="0" y="5626554"/>
                </a:lnTo>
                <a:close/>
                <a:moveTo>
                  <a:pt x="0" y="3967354"/>
                </a:moveTo>
                <a:lnTo>
                  <a:pt x="2525607" y="3967354"/>
                </a:lnTo>
                <a:lnTo>
                  <a:pt x="2250395" y="4714277"/>
                </a:lnTo>
                <a:lnTo>
                  <a:pt x="0" y="4714277"/>
                </a:lnTo>
                <a:close/>
                <a:moveTo>
                  <a:pt x="0" y="3055644"/>
                </a:moveTo>
                <a:lnTo>
                  <a:pt x="2861411" y="3055644"/>
                </a:lnTo>
                <a:lnTo>
                  <a:pt x="2586199" y="3802567"/>
                </a:lnTo>
                <a:lnTo>
                  <a:pt x="0" y="3802567"/>
                </a:lnTo>
                <a:close/>
                <a:moveTo>
                  <a:pt x="0" y="2143368"/>
                </a:moveTo>
                <a:lnTo>
                  <a:pt x="3197215" y="2143368"/>
                </a:lnTo>
                <a:lnTo>
                  <a:pt x="2922569" y="2890291"/>
                </a:lnTo>
                <a:lnTo>
                  <a:pt x="0" y="2890291"/>
                </a:lnTo>
                <a:close/>
                <a:moveTo>
                  <a:pt x="0" y="1231091"/>
                </a:moveTo>
                <a:lnTo>
                  <a:pt x="3533585" y="1231091"/>
                </a:lnTo>
                <a:lnTo>
                  <a:pt x="3258373" y="1978014"/>
                </a:lnTo>
                <a:lnTo>
                  <a:pt x="0" y="1978014"/>
                </a:lnTo>
                <a:close/>
                <a:moveTo>
                  <a:pt x="0" y="0"/>
                </a:moveTo>
                <a:lnTo>
                  <a:pt x="3987175" y="0"/>
                </a:lnTo>
                <a:lnTo>
                  <a:pt x="3594177" y="1066305"/>
                </a:lnTo>
                <a:lnTo>
                  <a:pt x="0" y="106630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25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2E2777-5F5A-FFAE-4933-D363D3C8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0471" y="3429000"/>
            <a:ext cx="815529" cy="1037167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8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#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C1EB05-7A78-5844-39A4-2335A012E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180493" cy="18245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Chapter Name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946DB7-4505-2BB8-2AB3-B543C9876B5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"/>
            <a:ext cx="3987174" cy="6861493"/>
          </a:xfrm>
          <a:custGeom>
            <a:avLst/>
            <a:gdLst>
              <a:gd name="connsiteX0" fmla="*/ 0 w 3987174"/>
              <a:gd name="connsiteY0" fmla="*/ 0 h 6858000"/>
              <a:gd name="connsiteX1" fmla="*/ 3987174 w 3987174"/>
              <a:gd name="connsiteY1" fmla="*/ 0 h 6858000"/>
              <a:gd name="connsiteX2" fmla="*/ 3987174 w 3987174"/>
              <a:gd name="connsiteY2" fmla="*/ 6858000 h 6858000"/>
              <a:gd name="connsiteX3" fmla="*/ 0 w 3987174"/>
              <a:gd name="connsiteY3" fmla="*/ 6858000 h 6858000"/>
              <a:gd name="connsiteX4" fmla="*/ 0 w 3987174"/>
              <a:gd name="connsiteY4" fmla="*/ 0 h 6858000"/>
              <a:gd name="connsiteX0" fmla="*/ 0 w 3987174"/>
              <a:gd name="connsiteY0" fmla="*/ 0 h 6863080"/>
              <a:gd name="connsiteX1" fmla="*/ 3987174 w 3987174"/>
              <a:gd name="connsiteY1" fmla="*/ 0 h 6863080"/>
              <a:gd name="connsiteX2" fmla="*/ 1462414 w 3987174"/>
              <a:gd name="connsiteY2" fmla="*/ 6863080 h 6863080"/>
              <a:gd name="connsiteX3" fmla="*/ 0 w 3987174"/>
              <a:gd name="connsiteY3" fmla="*/ 6858000 h 6863080"/>
              <a:gd name="connsiteX4" fmla="*/ 0 w 3987174"/>
              <a:gd name="connsiteY4" fmla="*/ 0 h 6863080"/>
              <a:gd name="connsiteX0" fmla="*/ 0 w 3987174"/>
              <a:gd name="connsiteY0" fmla="*/ 0 h 6861493"/>
              <a:gd name="connsiteX1" fmla="*/ 3987174 w 3987174"/>
              <a:gd name="connsiteY1" fmla="*/ 0 h 6861493"/>
              <a:gd name="connsiteX2" fmla="*/ 1460826 w 3987174"/>
              <a:gd name="connsiteY2" fmla="*/ 6861493 h 6861493"/>
              <a:gd name="connsiteX3" fmla="*/ 0 w 3987174"/>
              <a:gd name="connsiteY3" fmla="*/ 6858000 h 6861493"/>
              <a:gd name="connsiteX4" fmla="*/ 0 w 3987174"/>
              <a:gd name="connsiteY4" fmla="*/ 0 h 686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7174" h="6861493">
                <a:moveTo>
                  <a:pt x="0" y="0"/>
                </a:moveTo>
                <a:lnTo>
                  <a:pt x="3987174" y="0"/>
                </a:lnTo>
                <a:lnTo>
                  <a:pt x="1460826" y="6861493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13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C47E70-09CD-E834-EFD0-DADA072B822C}"/>
              </a:ext>
            </a:extLst>
          </p:cNvPr>
          <p:cNvSpPr/>
          <p:nvPr/>
        </p:nvSpPr>
        <p:spPr>
          <a:xfrm>
            <a:off x="4615744" y="177"/>
            <a:ext cx="7575688" cy="1065738"/>
          </a:xfrm>
          <a:custGeom>
            <a:avLst/>
            <a:gdLst>
              <a:gd name="connsiteX0" fmla="*/ 7575688 w 7575688"/>
              <a:gd name="connsiteY0" fmla="*/ 0 h 1065738"/>
              <a:gd name="connsiteX1" fmla="*/ 7575688 w 7575688"/>
              <a:gd name="connsiteY1" fmla="*/ 1065738 h 1065738"/>
              <a:gd name="connsiteX2" fmla="*/ 0 w 7575688"/>
              <a:gd name="connsiteY2" fmla="*/ 1065738 h 1065738"/>
              <a:gd name="connsiteX3" fmla="*/ 392998 w 7575688"/>
              <a:gd name="connsiteY3" fmla="*/ 0 h 1065738"/>
              <a:gd name="connsiteX4" fmla="*/ 7575688 w 7575688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5688" h="1065738">
                <a:moveTo>
                  <a:pt x="7575688" y="0"/>
                </a:moveTo>
                <a:lnTo>
                  <a:pt x="7575688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7575688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09C5DFE-03FE-82E4-7495-4C2358A7995A}"/>
              </a:ext>
            </a:extLst>
          </p:cNvPr>
          <p:cNvSpPr/>
          <p:nvPr/>
        </p:nvSpPr>
        <p:spPr>
          <a:xfrm>
            <a:off x="2482003" y="5792084"/>
            <a:ext cx="9709429" cy="1065738"/>
          </a:xfrm>
          <a:custGeom>
            <a:avLst/>
            <a:gdLst>
              <a:gd name="connsiteX0" fmla="*/ 9709430 w 9709429"/>
              <a:gd name="connsiteY0" fmla="*/ 0 h 1065738"/>
              <a:gd name="connsiteX1" fmla="*/ 9709430 w 9709429"/>
              <a:gd name="connsiteY1" fmla="*/ 1065738 h 1065738"/>
              <a:gd name="connsiteX2" fmla="*/ 0 w 9709429"/>
              <a:gd name="connsiteY2" fmla="*/ 1065738 h 1065738"/>
              <a:gd name="connsiteX3" fmla="*/ 392998 w 9709429"/>
              <a:gd name="connsiteY3" fmla="*/ 0 h 1065738"/>
              <a:gd name="connsiteX4" fmla="*/ 9709430 w 9709429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09429" h="1065738">
                <a:moveTo>
                  <a:pt x="9709430" y="0"/>
                </a:moveTo>
                <a:lnTo>
                  <a:pt x="9709430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970943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1231899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Table of Contents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322233" y="1859512"/>
            <a:ext cx="7869767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E90C4C4-4505-236A-FC95-B1F924F8719D}"/>
              </a:ext>
            </a:extLst>
          </p:cNvPr>
          <p:cNvSpPr/>
          <p:nvPr/>
        </p:nvSpPr>
        <p:spPr>
          <a:xfrm>
            <a:off x="0" y="0"/>
            <a:ext cx="4832879" cy="1066359"/>
          </a:xfrm>
          <a:custGeom>
            <a:avLst/>
            <a:gdLst>
              <a:gd name="connsiteX0" fmla="*/ 4832880 w 4832879"/>
              <a:gd name="connsiteY0" fmla="*/ 0 h 1066359"/>
              <a:gd name="connsiteX1" fmla="*/ 4439861 w 4832879"/>
              <a:gd name="connsiteY1" fmla="*/ 1066360 h 1066359"/>
              <a:gd name="connsiteX2" fmla="*/ 0 w 4832879"/>
              <a:gd name="connsiteY2" fmla="*/ 1066360 h 1066359"/>
              <a:gd name="connsiteX3" fmla="*/ 0 w 4832879"/>
              <a:gd name="connsiteY3" fmla="*/ 0 h 1066359"/>
              <a:gd name="connsiteX4" fmla="*/ 4832880 w 4832879"/>
              <a:gd name="connsiteY4" fmla="*/ 0 h 106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6359">
                <a:moveTo>
                  <a:pt x="4832880" y="0"/>
                </a:moveTo>
                <a:lnTo>
                  <a:pt x="4439861" y="1066360"/>
                </a:lnTo>
                <a:lnTo>
                  <a:pt x="0" y="1066360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02620BC-93D9-316B-03E0-9EBEDF66317E}"/>
              </a:ext>
            </a:extLst>
          </p:cNvPr>
          <p:cNvSpPr/>
          <p:nvPr/>
        </p:nvSpPr>
        <p:spPr>
          <a:xfrm>
            <a:off x="0" y="1231155"/>
            <a:ext cx="4379265" cy="746961"/>
          </a:xfrm>
          <a:custGeom>
            <a:avLst/>
            <a:gdLst>
              <a:gd name="connsiteX0" fmla="*/ 4379266 w 4379265"/>
              <a:gd name="connsiteY0" fmla="*/ 0 h 746961"/>
              <a:gd name="connsiteX1" fmla="*/ 4104040 w 4379265"/>
              <a:gd name="connsiteY1" fmla="*/ 746961 h 746961"/>
              <a:gd name="connsiteX2" fmla="*/ 0 w 4379265"/>
              <a:gd name="connsiteY2" fmla="*/ 746961 h 746961"/>
              <a:gd name="connsiteX3" fmla="*/ 0 w 4379265"/>
              <a:gd name="connsiteY3" fmla="*/ 0 h 746961"/>
              <a:gd name="connsiteX4" fmla="*/ 4379266 w 4379265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265" h="746961">
                <a:moveTo>
                  <a:pt x="4379266" y="0"/>
                </a:moveTo>
                <a:lnTo>
                  <a:pt x="4104040" y="746961"/>
                </a:lnTo>
                <a:lnTo>
                  <a:pt x="0" y="746961"/>
                </a:lnTo>
                <a:lnTo>
                  <a:pt x="0" y="0"/>
                </a:lnTo>
                <a:lnTo>
                  <a:pt x="437926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4F590CC-9CC6-6E9F-BEB2-A90C7E3BB5B6}"/>
              </a:ext>
            </a:extLst>
          </p:cNvPr>
          <p:cNvSpPr/>
          <p:nvPr/>
        </p:nvSpPr>
        <p:spPr>
          <a:xfrm>
            <a:off x="0" y="2143478"/>
            <a:ext cx="4042878" cy="746961"/>
          </a:xfrm>
          <a:custGeom>
            <a:avLst/>
            <a:gdLst>
              <a:gd name="connsiteX0" fmla="*/ 4042879 w 4042878"/>
              <a:gd name="connsiteY0" fmla="*/ 0 h 746961"/>
              <a:gd name="connsiteX1" fmla="*/ 3767652 w 4042878"/>
              <a:gd name="connsiteY1" fmla="*/ 746961 h 746961"/>
              <a:gd name="connsiteX2" fmla="*/ 0 w 4042878"/>
              <a:gd name="connsiteY2" fmla="*/ 746961 h 746961"/>
              <a:gd name="connsiteX3" fmla="*/ 0 w 4042878"/>
              <a:gd name="connsiteY3" fmla="*/ 0 h 746961"/>
              <a:gd name="connsiteX4" fmla="*/ 4042879 w 404287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2878" h="746961">
                <a:moveTo>
                  <a:pt x="4042879" y="0"/>
                </a:moveTo>
                <a:lnTo>
                  <a:pt x="3767652" y="746961"/>
                </a:lnTo>
                <a:lnTo>
                  <a:pt x="0" y="746961"/>
                </a:lnTo>
                <a:lnTo>
                  <a:pt x="0" y="0"/>
                </a:lnTo>
                <a:lnTo>
                  <a:pt x="404287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36272A6-73DA-9F10-279D-76598DBCF8AA}"/>
              </a:ext>
            </a:extLst>
          </p:cNvPr>
          <p:cNvSpPr/>
          <p:nvPr/>
        </p:nvSpPr>
        <p:spPr>
          <a:xfrm>
            <a:off x="0" y="3055802"/>
            <a:ext cx="3707057" cy="746961"/>
          </a:xfrm>
          <a:custGeom>
            <a:avLst/>
            <a:gdLst>
              <a:gd name="connsiteX0" fmla="*/ 3707057 w 3707057"/>
              <a:gd name="connsiteY0" fmla="*/ 0 h 746961"/>
              <a:gd name="connsiteX1" fmla="*/ 3431831 w 3707057"/>
              <a:gd name="connsiteY1" fmla="*/ 746962 h 746961"/>
              <a:gd name="connsiteX2" fmla="*/ 0 w 3707057"/>
              <a:gd name="connsiteY2" fmla="*/ 746962 h 746961"/>
              <a:gd name="connsiteX3" fmla="*/ 0 w 3707057"/>
              <a:gd name="connsiteY3" fmla="*/ 0 h 746961"/>
              <a:gd name="connsiteX4" fmla="*/ 3707057 w 3707057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7057" h="746961">
                <a:moveTo>
                  <a:pt x="3707057" y="0"/>
                </a:moveTo>
                <a:lnTo>
                  <a:pt x="3431831" y="746962"/>
                </a:lnTo>
                <a:lnTo>
                  <a:pt x="0" y="746962"/>
                </a:lnTo>
                <a:lnTo>
                  <a:pt x="0" y="0"/>
                </a:lnTo>
                <a:lnTo>
                  <a:pt x="3707057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63A8A96-2372-014F-2226-0F48D8775820}"/>
              </a:ext>
            </a:extLst>
          </p:cNvPr>
          <p:cNvSpPr/>
          <p:nvPr/>
        </p:nvSpPr>
        <p:spPr>
          <a:xfrm>
            <a:off x="0" y="3967559"/>
            <a:ext cx="3371236" cy="746961"/>
          </a:xfrm>
          <a:custGeom>
            <a:avLst/>
            <a:gdLst>
              <a:gd name="connsiteX0" fmla="*/ 3371236 w 3371236"/>
              <a:gd name="connsiteY0" fmla="*/ 0 h 746961"/>
              <a:gd name="connsiteX1" fmla="*/ 3096010 w 3371236"/>
              <a:gd name="connsiteY1" fmla="*/ 746962 h 746961"/>
              <a:gd name="connsiteX2" fmla="*/ 0 w 3371236"/>
              <a:gd name="connsiteY2" fmla="*/ 746962 h 746961"/>
              <a:gd name="connsiteX3" fmla="*/ 0 w 3371236"/>
              <a:gd name="connsiteY3" fmla="*/ 0 h 746961"/>
              <a:gd name="connsiteX4" fmla="*/ 3371236 w 3371236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1236" h="746961">
                <a:moveTo>
                  <a:pt x="3371236" y="0"/>
                </a:moveTo>
                <a:lnTo>
                  <a:pt x="3096010" y="746962"/>
                </a:lnTo>
                <a:lnTo>
                  <a:pt x="0" y="746962"/>
                </a:lnTo>
                <a:lnTo>
                  <a:pt x="0" y="0"/>
                </a:lnTo>
                <a:lnTo>
                  <a:pt x="337123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8EAFDEA-7A64-FC4B-297E-A5F4642762C1}"/>
              </a:ext>
            </a:extLst>
          </p:cNvPr>
          <p:cNvSpPr/>
          <p:nvPr/>
        </p:nvSpPr>
        <p:spPr>
          <a:xfrm>
            <a:off x="0" y="4879883"/>
            <a:ext cx="3034848" cy="746961"/>
          </a:xfrm>
          <a:custGeom>
            <a:avLst/>
            <a:gdLst>
              <a:gd name="connsiteX0" fmla="*/ 3034849 w 3034848"/>
              <a:gd name="connsiteY0" fmla="*/ 0 h 746961"/>
              <a:gd name="connsiteX1" fmla="*/ 2759623 w 3034848"/>
              <a:gd name="connsiteY1" fmla="*/ 746961 h 746961"/>
              <a:gd name="connsiteX2" fmla="*/ 0 w 3034848"/>
              <a:gd name="connsiteY2" fmla="*/ 746961 h 746961"/>
              <a:gd name="connsiteX3" fmla="*/ 0 w 3034848"/>
              <a:gd name="connsiteY3" fmla="*/ 0 h 746961"/>
              <a:gd name="connsiteX4" fmla="*/ 3034849 w 303484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848" h="746961">
                <a:moveTo>
                  <a:pt x="3034849" y="0"/>
                </a:moveTo>
                <a:lnTo>
                  <a:pt x="2759623" y="746961"/>
                </a:lnTo>
                <a:lnTo>
                  <a:pt x="0" y="746961"/>
                </a:lnTo>
                <a:lnTo>
                  <a:pt x="0" y="0"/>
                </a:lnTo>
                <a:lnTo>
                  <a:pt x="303484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05522E9-EA68-3426-ACB7-47BE865DA206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2554C2A2-EE34-95C7-1C09-F2C9710FB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043" y="2317224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01</a:t>
            </a:r>
            <a:endParaRPr lang="en-US"/>
          </a:p>
        </p:txBody>
      </p:sp>
      <p:sp>
        <p:nvSpPr>
          <p:cNvPr id="92" name="Text Placeholder 90">
            <a:extLst>
              <a:ext uri="{FF2B5EF4-FFF2-40B4-BE49-F238E27FC236}">
                <a16:creationId xmlns:a16="http://schemas.microsoft.com/office/drawing/2014/main" id="{A426F4EF-C9A7-E448-7309-31D054983A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8043" y="2674057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02</a:t>
            </a:r>
            <a:endParaRPr lang="en-US"/>
          </a:p>
        </p:txBody>
      </p:sp>
      <p:sp>
        <p:nvSpPr>
          <p:cNvPr id="93" name="Text Placeholder 90">
            <a:extLst>
              <a:ext uri="{FF2B5EF4-FFF2-40B4-BE49-F238E27FC236}">
                <a16:creationId xmlns:a16="http://schemas.microsoft.com/office/drawing/2014/main" id="{CD5344EC-CA40-9773-AE18-69B2D96CD9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8043" y="3030890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03</a:t>
            </a:r>
            <a:endParaRPr lang="en-US"/>
          </a:p>
        </p:txBody>
      </p:sp>
      <p:sp>
        <p:nvSpPr>
          <p:cNvPr id="94" name="Text Placeholder 90">
            <a:extLst>
              <a:ext uri="{FF2B5EF4-FFF2-40B4-BE49-F238E27FC236}">
                <a16:creationId xmlns:a16="http://schemas.microsoft.com/office/drawing/2014/main" id="{A07A3075-0335-9E13-23AA-61272466CF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8043" y="3387723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04</a:t>
            </a:r>
            <a:endParaRPr lang="en-US"/>
          </a:p>
        </p:txBody>
      </p:sp>
      <p:sp>
        <p:nvSpPr>
          <p:cNvPr id="95" name="Text Placeholder 90">
            <a:extLst>
              <a:ext uri="{FF2B5EF4-FFF2-40B4-BE49-F238E27FC236}">
                <a16:creationId xmlns:a16="http://schemas.microsoft.com/office/drawing/2014/main" id="{FAD316DE-0744-FC78-65F4-6C9D81293D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8043" y="3744556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05</a:t>
            </a:r>
            <a:endParaRPr lang="en-US"/>
          </a:p>
        </p:txBody>
      </p:sp>
      <p:sp>
        <p:nvSpPr>
          <p:cNvPr id="96" name="Text Placeholder 90">
            <a:extLst>
              <a:ext uri="{FF2B5EF4-FFF2-40B4-BE49-F238E27FC236}">
                <a16:creationId xmlns:a16="http://schemas.microsoft.com/office/drawing/2014/main" id="{0DE0C9D9-C4BA-BE7F-A45D-EE7ECE1018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8043" y="4101389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06</a:t>
            </a:r>
            <a:endParaRPr lang="en-US"/>
          </a:p>
        </p:txBody>
      </p:sp>
      <p:sp>
        <p:nvSpPr>
          <p:cNvPr id="97" name="Text Placeholder 90">
            <a:extLst>
              <a:ext uri="{FF2B5EF4-FFF2-40B4-BE49-F238E27FC236}">
                <a16:creationId xmlns:a16="http://schemas.microsoft.com/office/drawing/2014/main" id="{699884AC-13FF-C9FD-6A37-A61E6D170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8043" y="4458222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07</a:t>
            </a:r>
            <a:endParaRPr lang="en-US"/>
          </a:p>
        </p:txBody>
      </p:sp>
      <p:sp>
        <p:nvSpPr>
          <p:cNvPr id="98" name="Text Placeholder 90">
            <a:extLst>
              <a:ext uri="{FF2B5EF4-FFF2-40B4-BE49-F238E27FC236}">
                <a16:creationId xmlns:a16="http://schemas.microsoft.com/office/drawing/2014/main" id="{AA55A0E6-2B71-D379-6651-7C6FD0608D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043" y="4815055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08</a:t>
            </a:r>
            <a:endParaRPr lang="en-US"/>
          </a:p>
        </p:txBody>
      </p:sp>
      <p:sp>
        <p:nvSpPr>
          <p:cNvPr id="99" name="Text Placeholder 90">
            <a:extLst>
              <a:ext uri="{FF2B5EF4-FFF2-40B4-BE49-F238E27FC236}">
                <a16:creationId xmlns:a16="http://schemas.microsoft.com/office/drawing/2014/main" id="{8480BB44-EC65-1034-1450-AFCF48E9F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8043" y="5171891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09</a:t>
            </a:r>
            <a:endParaRPr lang="en-US"/>
          </a:p>
        </p:txBody>
      </p:sp>
      <p:sp>
        <p:nvSpPr>
          <p:cNvPr id="100" name="Text Placeholder 90">
            <a:extLst>
              <a:ext uri="{FF2B5EF4-FFF2-40B4-BE49-F238E27FC236}">
                <a16:creationId xmlns:a16="http://schemas.microsoft.com/office/drawing/2014/main" id="{6CD0CD6E-78AF-7C09-78AF-7CD8BD0533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3633" y="2317224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01</a:t>
            </a:r>
            <a:endParaRPr lang="en-US"/>
          </a:p>
        </p:txBody>
      </p:sp>
      <p:sp>
        <p:nvSpPr>
          <p:cNvPr id="101" name="Text Placeholder 90">
            <a:extLst>
              <a:ext uri="{FF2B5EF4-FFF2-40B4-BE49-F238E27FC236}">
                <a16:creationId xmlns:a16="http://schemas.microsoft.com/office/drawing/2014/main" id="{E35D53D1-5289-FCF5-E9E5-06B0F185EF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03633" y="2674057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02" name="Text Placeholder 90">
            <a:extLst>
              <a:ext uri="{FF2B5EF4-FFF2-40B4-BE49-F238E27FC236}">
                <a16:creationId xmlns:a16="http://schemas.microsoft.com/office/drawing/2014/main" id="{01F58BB3-D07A-0970-E8FA-F19127A67B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03633" y="3030890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03" name="Text Placeholder 90">
            <a:extLst>
              <a:ext uri="{FF2B5EF4-FFF2-40B4-BE49-F238E27FC236}">
                <a16:creationId xmlns:a16="http://schemas.microsoft.com/office/drawing/2014/main" id="{2BB8D759-C2FE-D645-DF71-71BCCE2AFF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3633" y="3387723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03</a:t>
            </a:r>
            <a:endParaRPr lang="en-US"/>
          </a:p>
        </p:txBody>
      </p:sp>
      <p:sp>
        <p:nvSpPr>
          <p:cNvPr id="104" name="Text Placeholder 90">
            <a:extLst>
              <a:ext uri="{FF2B5EF4-FFF2-40B4-BE49-F238E27FC236}">
                <a16:creationId xmlns:a16="http://schemas.microsoft.com/office/drawing/2014/main" id="{6B00E6BE-F133-B8D0-53E4-E65245D968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3633" y="3744556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02</a:t>
            </a:r>
            <a:endParaRPr lang="en-US"/>
          </a:p>
        </p:txBody>
      </p:sp>
      <p:sp>
        <p:nvSpPr>
          <p:cNvPr id="105" name="Text Placeholder 90">
            <a:extLst>
              <a:ext uri="{FF2B5EF4-FFF2-40B4-BE49-F238E27FC236}">
                <a16:creationId xmlns:a16="http://schemas.microsoft.com/office/drawing/2014/main" id="{8E21BC6C-C387-46F3-3D5D-6DAC50A156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03633" y="4101389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06" name="Text Placeholder 90">
            <a:extLst>
              <a:ext uri="{FF2B5EF4-FFF2-40B4-BE49-F238E27FC236}">
                <a16:creationId xmlns:a16="http://schemas.microsoft.com/office/drawing/2014/main" id="{52B276B3-E947-A1B0-F931-605D02AA26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03633" y="4458222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07" name="Text Placeholder 90">
            <a:extLst>
              <a:ext uri="{FF2B5EF4-FFF2-40B4-BE49-F238E27FC236}">
                <a16:creationId xmlns:a16="http://schemas.microsoft.com/office/drawing/2014/main" id="{9A5A3929-B364-AE37-2923-92B4401D4E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3633" y="4815055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03</a:t>
            </a:r>
            <a:endParaRPr lang="en-US"/>
          </a:p>
        </p:txBody>
      </p:sp>
      <p:sp>
        <p:nvSpPr>
          <p:cNvPr id="108" name="Text Placeholder 90">
            <a:extLst>
              <a:ext uri="{FF2B5EF4-FFF2-40B4-BE49-F238E27FC236}">
                <a16:creationId xmlns:a16="http://schemas.microsoft.com/office/drawing/2014/main" id="{D4F5E0B7-471B-275D-2F46-CC680C403E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3633" y="5171891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03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C47E70-09CD-E834-EFD0-DADA072B822C}"/>
              </a:ext>
            </a:extLst>
          </p:cNvPr>
          <p:cNvSpPr/>
          <p:nvPr/>
        </p:nvSpPr>
        <p:spPr>
          <a:xfrm>
            <a:off x="4615744" y="177"/>
            <a:ext cx="7575688" cy="1065738"/>
          </a:xfrm>
          <a:custGeom>
            <a:avLst/>
            <a:gdLst>
              <a:gd name="connsiteX0" fmla="*/ 7575688 w 7575688"/>
              <a:gd name="connsiteY0" fmla="*/ 0 h 1065738"/>
              <a:gd name="connsiteX1" fmla="*/ 7575688 w 7575688"/>
              <a:gd name="connsiteY1" fmla="*/ 1065738 h 1065738"/>
              <a:gd name="connsiteX2" fmla="*/ 0 w 7575688"/>
              <a:gd name="connsiteY2" fmla="*/ 1065738 h 1065738"/>
              <a:gd name="connsiteX3" fmla="*/ 392998 w 7575688"/>
              <a:gd name="connsiteY3" fmla="*/ 0 h 1065738"/>
              <a:gd name="connsiteX4" fmla="*/ 7575688 w 7575688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5688" h="1065738">
                <a:moveTo>
                  <a:pt x="7575688" y="0"/>
                </a:moveTo>
                <a:lnTo>
                  <a:pt x="7575688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7575688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09C5DFE-03FE-82E4-7495-4C2358A7995A}"/>
              </a:ext>
            </a:extLst>
          </p:cNvPr>
          <p:cNvSpPr/>
          <p:nvPr/>
        </p:nvSpPr>
        <p:spPr>
          <a:xfrm>
            <a:off x="2482003" y="5792084"/>
            <a:ext cx="9709429" cy="1065738"/>
          </a:xfrm>
          <a:custGeom>
            <a:avLst/>
            <a:gdLst>
              <a:gd name="connsiteX0" fmla="*/ 9709430 w 9709429"/>
              <a:gd name="connsiteY0" fmla="*/ 0 h 1065738"/>
              <a:gd name="connsiteX1" fmla="*/ 9709430 w 9709429"/>
              <a:gd name="connsiteY1" fmla="*/ 1065738 h 1065738"/>
              <a:gd name="connsiteX2" fmla="*/ 0 w 9709429"/>
              <a:gd name="connsiteY2" fmla="*/ 1065738 h 1065738"/>
              <a:gd name="connsiteX3" fmla="*/ 392998 w 9709429"/>
              <a:gd name="connsiteY3" fmla="*/ 0 h 1065738"/>
              <a:gd name="connsiteX4" fmla="*/ 9709430 w 9709429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09429" h="1065738">
                <a:moveTo>
                  <a:pt x="9709430" y="0"/>
                </a:moveTo>
                <a:lnTo>
                  <a:pt x="9709430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970943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538028A-D314-6A41-25CE-8B178FD1CF33}"/>
              </a:ext>
            </a:extLst>
          </p:cNvPr>
          <p:cNvSpPr/>
          <p:nvPr/>
        </p:nvSpPr>
        <p:spPr>
          <a:xfrm>
            <a:off x="0" y="0"/>
            <a:ext cx="4832879" cy="1065793"/>
          </a:xfrm>
          <a:custGeom>
            <a:avLst/>
            <a:gdLst>
              <a:gd name="connsiteX0" fmla="*/ 4832880 w 4832879"/>
              <a:gd name="connsiteY0" fmla="*/ 0 h 1065793"/>
              <a:gd name="connsiteX1" fmla="*/ 4440427 w 4832879"/>
              <a:gd name="connsiteY1" fmla="*/ 1065793 h 1065793"/>
              <a:gd name="connsiteX2" fmla="*/ 0 w 4832879"/>
              <a:gd name="connsiteY2" fmla="*/ 1065793 h 1065793"/>
              <a:gd name="connsiteX3" fmla="*/ 0 w 4832879"/>
              <a:gd name="connsiteY3" fmla="*/ 0 h 1065793"/>
              <a:gd name="connsiteX4" fmla="*/ 4832880 w 4832879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5793">
                <a:moveTo>
                  <a:pt x="4832880" y="0"/>
                </a:moveTo>
                <a:lnTo>
                  <a:pt x="4440427" y="1065793"/>
                </a:lnTo>
                <a:lnTo>
                  <a:pt x="0" y="1065793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8B6154-2A76-8300-E601-6C0AE3B45D1B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1231899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Table of Contents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322233" y="1859512"/>
            <a:ext cx="7869767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3FB3B0DB-465F-15CD-5EE6-95D9DA0D02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899"/>
            <a:ext cx="4379913" cy="4394200"/>
          </a:xfrm>
          <a:custGeom>
            <a:avLst/>
            <a:gdLst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4379913 w 4379913"/>
              <a:gd name="connsiteY2" fmla="*/ 4394200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2757488 w 4379913"/>
              <a:gd name="connsiteY2" fmla="*/ 4391025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13" h="4394200">
                <a:moveTo>
                  <a:pt x="0" y="0"/>
                </a:moveTo>
                <a:lnTo>
                  <a:pt x="4379913" y="0"/>
                </a:lnTo>
                <a:lnTo>
                  <a:pt x="2757488" y="4391025"/>
                </a:lnTo>
                <a:lnTo>
                  <a:pt x="0" y="43942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2" name="Text Placeholder 90">
            <a:extLst>
              <a:ext uri="{FF2B5EF4-FFF2-40B4-BE49-F238E27FC236}">
                <a16:creationId xmlns:a16="http://schemas.microsoft.com/office/drawing/2014/main" id="{0E2BA56B-5311-B13F-2F7F-049182971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043" y="2317224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01</a:t>
            </a:r>
            <a:endParaRPr lang="en-US"/>
          </a:p>
        </p:txBody>
      </p:sp>
      <p:sp>
        <p:nvSpPr>
          <p:cNvPr id="3" name="Text Placeholder 90">
            <a:extLst>
              <a:ext uri="{FF2B5EF4-FFF2-40B4-BE49-F238E27FC236}">
                <a16:creationId xmlns:a16="http://schemas.microsoft.com/office/drawing/2014/main" id="{7DAB3DEA-6993-04F0-4CDB-F2384AA1FE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8043" y="2674057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02</a:t>
            </a:r>
            <a:endParaRPr lang="en-US"/>
          </a:p>
        </p:txBody>
      </p:sp>
      <p:sp>
        <p:nvSpPr>
          <p:cNvPr id="4" name="Text Placeholder 90">
            <a:extLst>
              <a:ext uri="{FF2B5EF4-FFF2-40B4-BE49-F238E27FC236}">
                <a16:creationId xmlns:a16="http://schemas.microsoft.com/office/drawing/2014/main" id="{D5FBA03B-7D30-76B5-4F43-0B5113301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8043" y="3030890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03</a:t>
            </a:r>
            <a:endParaRPr lang="en-US"/>
          </a:p>
        </p:txBody>
      </p:sp>
      <p:sp>
        <p:nvSpPr>
          <p:cNvPr id="5" name="Text Placeholder 90">
            <a:extLst>
              <a:ext uri="{FF2B5EF4-FFF2-40B4-BE49-F238E27FC236}">
                <a16:creationId xmlns:a16="http://schemas.microsoft.com/office/drawing/2014/main" id="{080C9B96-19FB-908A-BD83-FCA0B610F6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8043" y="3387723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04</a:t>
            </a:r>
            <a:endParaRPr lang="en-US"/>
          </a:p>
        </p:txBody>
      </p:sp>
      <p:sp>
        <p:nvSpPr>
          <p:cNvPr id="6" name="Text Placeholder 90">
            <a:extLst>
              <a:ext uri="{FF2B5EF4-FFF2-40B4-BE49-F238E27FC236}">
                <a16:creationId xmlns:a16="http://schemas.microsoft.com/office/drawing/2014/main" id="{1542F53E-9E8E-2A0A-F903-1053BB17E9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8043" y="3744556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05</a:t>
            </a:r>
            <a:endParaRPr lang="en-US"/>
          </a:p>
        </p:txBody>
      </p:sp>
      <p:sp>
        <p:nvSpPr>
          <p:cNvPr id="7" name="Text Placeholder 90">
            <a:extLst>
              <a:ext uri="{FF2B5EF4-FFF2-40B4-BE49-F238E27FC236}">
                <a16:creationId xmlns:a16="http://schemas.microsoft.com/office/drawing/2014/main" id="{49B284E3-4D25-62B0-2936-BEDB7ABAEF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8043" y="4101389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06</a:t>
            </a:r>
            <a:endParaRPr lang="en-US"/>
          </a:p>
        </p:txBody>
      </p:sp>
      <p:sp>
        <p:nvSpPr>
          <p:cNvPr id="10" name="Text Placeholder 90">
            <a:extLst>
              <a:ext uri="{FF2B5EF4-FFF2-40B4-BE49-F238E27FC236}">
                <a16:creationId xmlns:a16="http://schemas.microsoft.com/office/drawing/2014/main" id="{8BB0DE1A-85CC-8916-45F7-48D5F58197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8043" y="4458222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07</a:t>
            </a:r>
            <a:endParaRPr lang="en-US"/>
          </a:p>
        </p:txBody>
      </p:sp>
      <p:sp>
        <p:nvSpPr>
          <p:cNvPr id="12" name="Text Placeholder 90">
            <a:extLst>
              <a:ext uri="{FF2B5EF4-FFF2-40B4-BE49-F238E27FC236}">
                <a16:creationId xmlns:a16="http://schemas.microsoft.com/office/drawing/2014/main" id="{AC5C6D9F-62BF-40D8-10D8-1196ED122C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043" y="4815055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08</a:t>
            </a:r>
            <a:endParaRPr lang="en-US"/>
          </a:p>
        </p:txBody>
      </p:sp>
      <p:sp>
        <p:nvSpPr>
          <p:cNvPr id="14" name="Text Placeholder 90">
            <a:extLst>
              <a:ext uri="{FF2B5EF4-FFF2-40B4-BE49-F238E27FC236}">
                <a16:creationId xmlns:a16="http://schemas.microsoft.com/office/drawing/2014/main" id="{432844E1-8E65-CE84-FE68-DADAA75328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8043" y="5171891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09</a:t>
            </a:r>
            <a:endParaRPr lang="en-US"/>
          </a:p>
        </p:txBody>
      </p:sp>
      <p:sp>
        <p:nvSpPr>
          <p:cNvPr id="16" name="Text Placeholder 90">
            <a:extLst>
              <a:ext uri="{FF2B5EF4-FFF2-40B4-BE49-F238E27FC236}">
                <a16:creationId xmlns:a16="http://schemas.microsoft.com/office/drawing/2014/main" id="{BFCCEB32-D774-8108-6670-90BE96F55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3633" y="2317224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01</a:t>
            </a:r>
            <a:endParaRPr lang="en-US"/>
          </a:p>
        </p:txBody>
      </p:sp>
      <p:sp>
        <p:nvSpPr>
          <p:cNvPr id="17" name="Text Placeholder 90">
            <a:extLst>
              <a:ext uri="{FF2B5EF4-FFF2-40B4-BE49-F238E27FC236}">
                <a16:creationId xmlns:a16="http://schemas.microsoft.com/office/drawing/2014/main" id="{6BF499DC-8199-DF86-2582-29B0947AE8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03633" y="2674057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8" name="Text Placeholder 90">
            <a:extLst>
              <a:ext uri="{FF2B5EF4-FFF2-40B4-BE49-F238E27FC236}">
                <a16:creationId xmlns:a16="http://schemas.microsoft.com/office/drawing/2014/main" id="{D261D25C-B94B-F885-E25C-EA94ED0C84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03633" y="3030890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9" name="Text Placeholder 90">
            <a:extLst>
              <a:ext uri="{FF2B5EF4-FFF2-40B4-BE49-F238E27FC236}">
                <a16:creationId xmlns:a16="http://schemas.microsoft.com/office/drawing/2014/main" id="{E6DECCD2-2609-4D65-1C95-6514FBCC59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3633" y="3387723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03</a:t>
            </a:r>
            <a:endParaRPr lang="en-US"/>
          </a:p>
        </p:txBody>
      </p:sp>
      <p:sp>
        <p:nvSpPr>
          <p:cNvPr id="20" name="Text Placeholder 90">
            <a:extLst>
              <a:ext uri="{FF2B5EF4-FFF2-40B4-BE49-F238E27FC236}">
                <a16:creationId xmlns:a16="http://schemas.microsoft.com/office/drawing/2014/main" id="{31EE8E50-794F-627D-20CE-289772453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3633" y="3744556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02</a:t>
            </a:r>
            <a:endParaRPr lang="en-US"/>
          </a:p>
        </p:txBody>
      </p:sp>
      <p:sp>
        <p:nvSpPr>
          <p:cNvPr id="21" name="Text Placeholder 90">
            <a:extLst>
              <a:ext uri="{FF2B5EF4-FFF2-40B4-BE49-F238E27FC236}">
                <a16:creationId xmlns:a16="http://schemas.microsoft.com/office/drawing/2014/main" id="{FBCAAC9E-2DD1-F791-B552-79E1C5DC48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03633" y="4101389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22" name="Text Placeholder 90">
            <a:extLst>
              <a:ext uri="{FF2B5EF4-FFF2-40B4-BE49-F238E27FC236}">
                <a16:creationId xmlns:a16="http://schemas.microsoft.com/office/drawing/2014/main" id="{540111E9-8D99-2B55-CF27-84936F2DF3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03633" y="4458222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24" name="Text Placeholder 90">
            <a:extLst>
              <a:ext uri="{FF2B5EF4-FFF2-40B4-BE49-F238E27FC236}">
                <a16:creationId xmlns:a16="http://schemas.microsoft.com/office/drawing/2014/main" id="{94886D30-D977-01AC-5C9D-02B609CC2F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3633" y="4815055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03</a:t>
            </a:r>
            <a:endParaRPr lang="en-US"/>
          </a:p>
        </p:txBody>
      </p:sp>
      <p:sp>
        <p:nvSpPr>
          <p:cNvPr id="25" name="Text Placeholder 90">
            <a:extLst>
              <a:ext uri="{FF2B5EF4-FFF2-40B4-BE49-F238E27FC236}">
                <a16:creationId xmlns:a16="http://schemas.microsoft.com/office/drawing/2014/main" id="{D2DE3EC7-AF9C-DEA1-1ECE-2ABED0B774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3633" y="5171891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72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438180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Abbreviations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615744" y="1071105"/>
            <a:ext cx="7576256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81C5268-8273-5287-9ECD-ABD66BA8D866}"/>
              </a:ext>
            </a:extLst>
          </p:cNvPr>
          <p:cNvSpPr/>
          <p:nvPr userDrawn="1"/>
        </p:nvSpPr>
        <p:spPr>
          <a:xfrm>
            <a:off x="0" y="0"/>
            <a:ext cx="4832879" cy="1066359"/>
          </a:xfrm>
          <a:custGeom>
            <a:avLst/>
            <a:gdLst>
              <a:gd name="connsiteX0" fmla="*/ 4832880 w 4832879"/>
              <a:gd name="connsiteY0" fmla="*/ 0 h 1066359"/>
              <a:gd name="connsiteX1" fmla="*/ 4439861 w 4832879"/>
              <a:gd name="connsiteY1" fmla="*/ 1066360 h 1066359"/>
              <a:gd name="connsiteX2" fmla="*/ 0 w 4832879"/>
              <a:gd name="connsiteY2" fmla="*/ 1066360 h 1066359"/>
              <a:gd name="connsiteX3" fmla="*/ 0 w 4832879"/>
              <a:gd name="connsiteY3" fmla="*/ 0 h 1066359"/>
              <a:gd name="connsiteX4" fmla="*/ 4832880 w 4832879"/>
              <a:gd name="connsiteY4" fmla="*/ 0 h 106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6359">
                <a:moveTo>
                  <a:pt x="4832880" y="0"/>
                </a:moveTo>
                <a:lnTo>
                  <a:pt x="4439861" y="1066360"/>
                </a:lnTo>
                <a:lnTo>
                  <a:pt x="0" y="1066360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EEA5E5-43C8-06F7-FE32-801176E5DAD1}"/>
              </a:ext>
            </a:extLst>
          </p:cNvPr>
          <p:cNvSpPr/>
          <p:nvPr userDrawn="1"/>
        </p:nvSpPr>
        <p:spPr>
          <a:xfrm>
            <a:off x="0" y="1231155"/>
            <a:ext cx="4379265" cy="746961"/>
          </a:xfrm>
          <a:custGeom>
            <a:avLst/>
            <a:gdLst>
              <a:gd name="connsiteX0" fmla="*/ 4379266 w 4379265"/>
              <a:gd name="connsiteY0" fmla="*/ 0 h 746961"/>
              <a:gd name="connsiteX1" fmla="*/ 4104040 w 4379265"/>
              <a:gd name="connsiteY1" fmla="*/ 746961 h 746961"/>
              <a:gd name="connsiteX2" fmla="*/ 0 w 4379265"/>
              <a:gd name="connsiteY2" fmla="*/ 746961 h 746961"/>
              <a:gd name="connsiteX3" fmla="*/ 0 w 4379265"/>
              <a:gd name="connsiteY3" fmla="*/ 0 h 746961"/>
              <a:gd name="connsiteX4" fmla="*/ 4379266 w 4379265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265" h="746961">
                <a:moveTo>
                  <a:pt x="4379266" y="0"/>
                </a:moveTo>
                <a:lnTo>
                  <a:pt x="4104040" y="746961"/>
                </a:lnTo>
                <a:lnTo>
                  <a:pt x="0" y="746961"/>
                </a:lnTo>
                <a:lnTo>
                  <a:pt x="0" y="0"/>
                </a:lnTo>
                <a:lnTo>
                  <a:pt x="437926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2FB7424-3D26-6643-337D-49E154560EE6}"/>
              </a:ext>
            </a:extLst>
          </p:cNvPr>
          <p:cNvSpPr/>
          <p:nvPr userDrawn="1"/>
        </p:nvSpPr>
        <p:spPr>
          <a:xfrm>
            <a:off x="0" y="2143478"/>
            <a:ext cx="4042878" cy="746961"/>
          </a:xfrm>
          <a:custGeom>
            <a:avLst/>
            <a:gdLst>
              <a:gd name="connsiteX0" fmla="*/ 4042879 w 4042878"/>
              <a:gd name="connsiteY0" fmla="*/ 0 h 746961"/>
              <a:gd name="connsiteX1" fmla="*/ 3767652 w 4042878"/>
              <a:gd name="connsiteY1" fmla="*/ 746961 h 746961"/>
              <a:gd name="connsiteX2" fmla="*/ 0 w 4042878"/>
              <a:gd name="connsiteY2" fmla="*/ 746961 h 746961"/>
              <a:gd name="connsiteX3" fmla="*/ 0 w 4042878"/>
              <a:gd name="connsiteY3" fmla="*/ 0 h 746961"/>
              <a:gd name="connsiteX4" fmla="*/ 4042879 w 404287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2878" h="746961">
                <a:moveTo>
                  <a:pt x="4042879" y="0"/>
                </a:moveTo>
                <a:lnTo>
                  <a:pt x="3767652" y="746961"/>
                </a:lnTo>
                <a:lnTo>
                  <a:pt x="0" y="746961"/>
                </a:lnTo>
                <a:lnTo>
                  <a:pt x="0" y="0"/>
                </a:lnTo>
                <a:lnTo>
                  <a:pt x="404287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20D821-2E1E-4F12-9204-3EC32AE7B660}"/>
              </a:ext>
            </a:extLst>
          </p:cNvPr>
          <p:cNvSpPr/>
          <p:nvPr userDrawn="1"/>
        </p:nvSpPr>
        <p:spPr>
          <a:xfrm>
            <a:off x="0" y="3055802"/>
            <a:ext cx="3707057" cy="746961"/>
          </a:xfrm>
          <a:custGeom>
            <a:avLst/>
            <a:gdLst>
              <a:gd name="connsiteX0" fmla="*/ 3707057 w 3707057"/>
              <a:gd name="connsiteY0" fmla="*/ 0 h 746961"/>
              <a:gd name="connsiteX1" fmla="*/ 3431831 w 3707057"/>
              <a:gd name="connsiteY1" fmla="*/ 746962 h 746961"/>
              <a:gd name="connsiteX2" fmla="*/ 0 w 3707057"/>
              <a:gd name="connsiteY2" fmla="*/ 746962 h 746961"/>
              <a:gd name="connsiteX3" fmla="*/ 0 w 3707057"/>
              <a:gd name="connsiteY3" fmla="*/ 0 h 746961"/>
              <a:gd name="connsiteX4" fmla="*/ 3707057 w 3707057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7057" h="746961">
                <a:moveTo>
                  <a:pt x="3707057" y="0"/>
                </a:moveTo>
                <a:lnTo>
                  <a:pt x="3431831" y="746962"/>
                </a:lnTo>
                <a:lnTo>
                  <a:pt x="0" y="746962"/>
                </a:lnTo>
                <a:lnTo>
                  <a:pt x="0" y="0"/>
                </a:lnTo>
                <a:lnTo>
                  <a:pt x="3707057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6C09C5-AF05-1F11-C3A8-CF14E58BECEB}"/>
              </a:ext>
            </a:extLst>
          </p:cNvPr>
          <p:cNvSpPr/>
          <p:nvPr userDrawn="1"/>
        </p:nvSpPr>
        <p:spPr>
          <a:xfrm>
            <a:off x="0" y="3967559"/>
            <a:ext cx="3371236" cy="746961"/>
          </a:xfrm>
          <a:custGeom>
            <a:avLst/>
            <a:gdLst>
              <a:gd name="connsiteX0" fmla="*/ 3371236 w 3371236"/>
              <a:gd name="connsiteY0" fmla="*/ 0 h 746961"/>
              <a:gd name="connsiteX1" fmla="*/ 3096010 w 3371236"/>
              <a:gd name="connsiteY1" fmla="*/ 746962 h 746961"/>
              <a:gd name="connsiteX2" fmla="*/ 0 w 3371236"/>
              <a:gd name="connsiteY2" fmla="*/ 746962 h 746961"/>
              <a:gd name="connsiteX3" fmla="*/ 0 w 3371236"/>
              <a:gd name="connsiteY3" fmla="*/ 0 h 746961"/>
              <a:gd name="connsiteX4" fmla="*/ 3371236 w 3371236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1236" h="746961">
                <a:moveTo>
                  <a:pt x="3371236" y="0"/>
                </a:moveTo>
                <a:lnTo>
                  <a:pt x="3096010" y="746962"/>
                </a:lnTo>
                <a:lnTo>
                  <a:pt x="0" y="746962"/>
                </a:lnTo>
                <a:lnTo>
                  <a:pt x="0" y="0"/>
                </a:lnTo>
                <a:lnTo>
                  <a:pt x="337123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C5C8C4C-693E-02AD-D827-8BD9D56623CF}"/>
              </a:ext>
            </a:extLst>
          </p:cNvPr>
          <p:cNvSpPr/>
          <p:nvPr userDrawn="1"/>
        </p:nvSpPr>
        <p:spPr>
          <a:xfrm>
            <a:off x="0" y="4879883"/>
            <a:ext cx="3034848" cy="746961"/>
          </a:xfrm>
          <a:custGeom>
            <a:avLst/>
            <a:gdLst>
              <a:gd name="connsiteX0" fmla="*/ 3034849 w 3034848"/>
              <a:gd name="connsiteY0" fmla="*/ 0 h 746961"/>
              <a:gd name="connsiteX1" fmla="*/ 2759623 w 3034848"/>
              <a:gd name="connsiteY1" fmla="*/ 746961 h 746961"/>
              <a:gd name="connsiteX2" fmla="*/ 0 w 3034848"/>
              <a:gd name="connsiteY2" fmla="*/ 746961 h 746961"/>
              <a:gd name="connsiteX3" fmla="*/ 0 w 3034848"/>
              <a:gd name="connsiteY3" fmla="*/ 0 h 746961"/>
              <a:gd name="connsiteX4" fmla="*/ 3034849 w 303484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848" h="746961">
                <a:moveTo>
                  <a:pt x="3034849" y="0"/>
                </a:moveTo>
                <a:lnTo>
                  <a:pt x="2759623" y="746961"/>
                </a:lnTo>
                <a:lnTo>
                  <a:pt x="0" y="746961"/>
                </a:lnTo>
                <a:lnTo>
                  <a:pt x="0" y="0"/>
                </a:lnTo>
                <a:lnTo>
                  <a:pt x="303484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8C1CD6-C077-6941-6843-E75DF6456B7D}"/>
              </a:ext>
            </a:extLst>
          </p:cNvPr>
          <p:cNvSpPr/>
          <p:nvPr userDrawn="1"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C24E4C8C-601A-7026-64B9-B9375964717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927600" y="1416050"/>
            <a:ext cx="6699250" cy="500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078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538028A-D314-6A41-25CE-8B178FD1CF33}"/>
              </a:ext>
            </a:extLst>
          </p:cNvPr>
          <p:cNvSpPr/>
          <p:nvPr/>
        </p:nvSpPr>
        <p:spPr>
          <a:xfrm>
            <a:off x="0" y="0"/>
            <a:ext cx="4832879" cy="1065793"/>
          </a:xfrm>
          <a:custGeom>
            <a:avLst/>
            <a:gdLst>
              <a:gd name="connsiteX0" fmla="*/ 4832880 w 4832879"/>
              <a:gd name="connsiteY0" fmla="*/ 0 h 1065793"/>
              <a:gd name="connsiteX1" fmla="*/ 4440427 w 4832879"/>
              <a:gd name="connsiteY1" fmla="*/ 1065793 h 1065793"/>
              <a:gd name="connsiteX2" fmla="*/ 0 w 4832879"/>
              <a:gd name="connsiteY2" fmla="*/ 1065793 h 1065793"/>
              <a:gd name="connsiteX3" fmla="*/ 0 w 4832879"/>
              <a:gd name="connsiteY3" fmla="*/ 0 h 1065793"/>
              <a:gd name="connsiteX4" fmla="*/ 4832880 w 4832879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5793">
                <a:moveTo>
                  <a:pt x="4832880" y="0"/>
                </a:moveTo>
                <a:lnTo>
                  <a:pt x="4440427" y="1065793"/>
                </a:lnTo>
                <a:lnTo>
                  <a:pt x="0" y="1065793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8B6154-2A76-8300-E601-6C0AE3B45D1B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438180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Abbreviations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615744" y="1071105"/>
            <a:ext cx="7576256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3FB3B0DB-465F-15CD-5EE6-95D9DA0D02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899"/>
            <a:ext cx="4379913" cy="4394200"/>
          </a:xfrm>
          <a:custGeom>
            <a:avLst/>
            <a:gdLst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4379913 w 4379913"/>
              <a:gd name="connsiteY2" fmla="*/ 4394200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2757488 w 4379913"/>
              <a:gd name="connsiteY2" fmla="*/ 4391025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13" h="4394200">
                <a:moveTo>
                  <a:pt x="0" y="0"/>
                </a:moveTo>
                <a:lnTo>
                  <a:pt x="4379913" y="0"/>
                </a:lnTo>
                <a:lnTo>
                  <a:pt x="2757488" y="4391025"/>
                </a:lnTo>
                <a:lnTo>
                  <a:pt x="0" y="43942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0" name="Table Placeholder 13">
            <a:extLst>
              <a:ext uri="{FF2B5EF4-FFF2-40B4-BE49-F238E27FC236}">
                <a16:creationId xmlns:a16="http://schemas.microsoft.com/office/drawing/2014/main" id="{91326E97-4AF3-9C33-2CE8-628A553430CF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927600" y="1416050"/>
            <a:ext cx="6699250" cy="500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382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47A1972-05B1-AEAF-B9A2-2511FF682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1992A8-70FD-1150-DDAA-89EEDF0D4E0E}"/>
              </a:ext>
            </a:extLst>
          </p:cNvPr>
          <p:cNvSpPr/>
          <p:nvPr/>
        </p:nvSpPr>
        <p:spPr>
          <a:xfrm>
            <a:off x="66208" y="1231155"/>
            <a:ext cx="5293855" cy="4395689"/>
          </a:xfrm>
          <a:custGeom>
            <a:avLst/>
            <a:gdLst>
              <a:gd name="connsiteX0" fmla="*/ 5293855 w 5293855"/>
              <a:gd name="connsiteY0" fmla="*/ 0 h 4395689"/>
              <a:gd name="connsiteX1" fmla="*/ 3674212 w 5293855"/>
              <a:gd name="connsiteY1" fmla="*/ 4395689 h 4395689"/>
              <a:gd name="connsiteX2" fmla="*/ 0 w 5293855"/>
              <a:gd name="connsiteY2" fmla="*/ 4395689 h 4395689"/>
              <a:gd name="connsiteX3" fmla="*/ 0 w 5293855"/>
              <a:gd name="connsiteY3" fmla="*/ 0 h 4395689"/>
              <a:gd name="connsiteX4" fmla="*/ 5293855 w 5293855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855" h="4395689">
                <a:moveTo>
                  <a:pt x="5293855" y="0"/>
                </a:moveTo>
                <a:lnTo>
                  <a:pt x="3674212" y="4395689"/>
                </a:lnTo>
                <a:lnTo>
                  <a:pt x="0" y="4395689"/>
                </a:lnTo>
                <a:lnTo>
                  <a:pt x="0" y="0"/>
                </a:lnTo>
                <a:lnTo>
                  <a:pt x="5293855" y="0"/>
                </a:lnTo>
                <a:close/>
              </a:path>
            </a:pathLst>
          </a:custGeom>
          <a:solidFill>
            <a:schemeClr val="accent3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18D9E9-0C0A-07D2-73DC-715A5308E1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268"/>
            <a:ext cx="5293580" cy="4395461"/>
          </a:xfrm>
          <a:custGeom>
            <a:avLst/>
            <a:gdLst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5293580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3671155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580" h="4395461">
                <a:moveTo>
                  <a:pt x="0" y="0"/>
                </a:moveTo>
                <a:lnTo>
                  <a:pt x="5293580" y="0"/>
                </a:lnTo>
                <a:lnTo>
                  <a:pt x="3671155" y="4395461"/>
                </a:lnTo>
                <a:lnTo>
                  <a:pt x="0" y="43954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497278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5593291-EEAC-EA28-9A1C-F9A0FCCACC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04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496146-34BA-C3A1-1F9A-81A0CF7124B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CE4FBB-871A-EEF4-7680-490C79FC195A}"/>
              </a:ext>
            </a:extLst>
          </p:cNvPr>
          <p:cNvSpPr/>
          <p:nvPr/>
        </p:nvSpPr>
        <p:spPr>
          <a:xfrm>
            <a:off x="3755587" y="1231155"/>
            <a:ext cx="8341728" cy="4395689"/>
          </a:xfrm>
          <a:custGeom>
            <a:avLst/>
            <a:gdLst>
              <a:gd name="connsiteX0" fmla="*/ 8341729 w 8341728"/>
              <a:gd name="connsiteY0" fmla="*/ 0 h 4395689"/>
              <a:gd name="connsiteX1" fmla="*/ 8341729 w 8341728"/>
              <a:gd name="connsiteY1" fmla="*/ 4395689 h 4395689"/>
              <a:gd name="connsiteX2" fmla="*/ 0 w 8341728"/>
              <a:gd name="connsiteY2" fmla="*/ 4395689 h 4395689"/>
              <a:gd name="connsiteX3" fmla="*/ 1619643 w 8341728"/>
              <a:gd name="connsiteY3" fmla="*/ 0 h 4395689"/>
              <a:gd name="connsiteX4" fmla="*/ 8341729 w 8341728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728" h="4395689">
                <a:moveTo>
                  <a:pt x="8341729" y="0"/>
                </a:moveTo>
                <a:lnTo>
                  <a:pt x="8341729" y="4395689"/>
                </a:lnTo>
                <a:lnTo>
                  <a:pt x="0" y="4395689"/>
                </a:lnTo>
                <a:lnTo>
                  <a:pt x="1619643" y="0"/>
                </a:lnTo>
                <a:lnTo>
                  <a:pt x="8341729" y="0"/>
                </a:lnTo>
                <a:close/>
              </a:path>
            </a:pathLst>
          </a:custGeom>
          <a:solidFill>
            <a:schemeClr val="accent3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179AB0-B4AB-C85D-5711-B7F51665E8C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50837" y="1231155"/>
            <a:ext cx="8341161" cy="4395689"/>
          </a:xfrm>
          <a:custGeom>
            <a:avLst/>
            <a:gdLst>
              <a:gd name="connsiteX0" fmla="*/ 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0 w 8341161"/>
              <a:gd name="connsiteY4" fmla="*/ 0 h 4395689"/>
              <a:gd name="connsiteX0" fmla="*/ 162327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1623270 w 8341161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161" h="4395689">
                <a:moveTo>
                  <a:pt x="1623270" y="0"/>
                </a:moveTo>
                <a:lnTo>
                  <a:pt x="8341161" y="0"/>
                </a:lnTo>
                <a:lnTo>
                  <a:pt x="8341161" y="4395689"/>
                </a:lnTo>
                <a:lnTo>
                  <a:pt x="0" y="4395689"/>
                </a:lnTo>
                <a:lnTo>
                  <a:pt x="1623270" y="0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507" y="2309336"/>
            <a:ext cx="2587493" cy="3137511"/>
          </a:xfrm>
          <a:prstGeom prst="rect">
            <a:avLst/>
          </a:prstGeom>
        </p:spPr>
        <p:txBody>
          <a:bodyPr numCol="1" spcCol="0"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4FEC158A-385A-D527-64D9-7220F98FB7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507" y="1418028"/>
            <a:ext cx="2587493" cy="72000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60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D55C8-33A8-A852-0B92-AD6DD9A6337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317277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7894E6D-CA96-A2C9-0ECC-1B83BB13B6DB}"/>
              </a:ext>
            </a:extLst>
          </p:cNvPr>
          <p:cNvSpPr/>
          <p:nvPr/>
        </p:nvSpPr>
        <p:spPr>
          <a:xfrm>
            <a:off x="95250" y="0"/>
            <a:ext cx="5747468" cy="6858000"/>
          </a:xfrm>
          <a:custGeom>
            <a:avLst/>
            <a:gdLst>
              <a:gd name="connsiteX0" fmla="*/ 5747469 w 5747468"/>
              <a:gd name="connsiteY0" fmla="*/ 0 h 6858000"/>
              <a:gd name="connsiteX1" fmla="*/ 3220599 w 5747468"/>
              <a:gd name="connsiteY1" fmla="*/ 6858000 h 6858000"/>
              <a:gd name="connsiteX2" fmla="*/ 0 w 5747468"/>
              <a:gd name="connsiteY2" fmla="*/ 6858000 h 6858000"/>
              <a:gd name="connsiteX3" fmla="*/ 0 w 5747468"/>
              <a:gd name="connsiteY3" fmla="*/ 0 h 6858000"/>
              <a:gd name="connsiteX4" fmla="*/ 5747469 w 574746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8" h="6858000">
                <a:moveTo>
                  <a:pt x="5747469" y="0"/>
                </a:moveTo>
                <a:lnTo>
                  <a:pt x="3220599" y="6858000"/>
                </a:lnTo>
                <a:lnTo>
                  <a:pt x="0" y="6858000"/>
                </a:lnTo>
                <a:lnTo>
                  <a:pt x="0" y="0"/>
                </a:lnTo>
                <a:lnTo>
                  <a:pt x="5747469" y="0"/>
                </a:lnTo>
                <a:close/>
              </a:path>
            </a:pathLst>
          </a:custGeom>
          <a:solidFill>
            <a:schemeClr val="accent3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4BC062-B199-E72F-D744-F5D9A2C2DC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5747467" cy="6858000"/>
          </a:xfrm>
          <a:custGeom>
            <a:avLst/>
            <a:gdLst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57474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32201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7" h="6858000">
                <a:moveTo>
                  <a:pt x="0" y="0"/>
                </a:moveTo>
                <a:lnTo>
                  <a:pt x="5747467" y="0"/>
                </a:lnTo>
                <a:lnTo>
                  <a:pt x="322016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24E89D2A-8184-2F6B-D69B-7833FC75AA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9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47A1972-05B1-AEAF-B9A2-2511FF682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1992A8-70FD-1150-DDAA-89EEDF0D4E0E}"/>
              </a:ext>
            </a:extLst>
          </p:cNvPr>
          <p:cNvSpPr/>
          <p:nvPr/>
        </p:nvSpPr>
        <p:spPr>
          <a:xfrm>
            <a:off x="66208" y="1231155"/>
            <a:ext cx="5293855" cy="4395689"/>
          </a:xfrm>
          <a:custGeom>
            <a:avLst/>
            <a:gdLst>
              <a:gd name="connsiteX0" fmla="*/ 5293855 w 5293855"/>
              <a:gd name="connsiteY0" fmla="*/ 0 h 4395689"/>
              <a:gd name="connsiteX1" fmla="*/ 3674212 w 5293855"/>
              <a:gd name="connsiteY1" fmla="*/ 4395689 h 4395689"/>
              <a:gd name="connsiteX2" fmla="*/ 0 w 5293855"/>
              <a:gd name="connsiteY2" fmla="*/ 4395689 h 4395689"/>
              <a:gd name="connsiteX3" fmla="*/ 0 w 5293855"/>
              <a:gd name="connsiteY3" fmla="*/ 0 h 4395689"/>
              <a:gd name="connsiteX4" fmla="*/ 5293855 w 5293855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855" h="4395689">
                <a:moveTo>
                  <a:pt x="5293855" y="0"/>
                </a:moveTo>
                <a:lnTo>
                  <a:pt x="3674212" y="4395689"/>
                </a:lnTo>
                <a:lnTo>
                  <a:pt x="0" y="4395689"/>
                </a:lnTo>
                <a:lnTo>
                  <a:pt x="0" y="0"/>
                </a:lnTo>
                <a:lnTo>
                  <a:pt x="5293855" y="0"/>
                </a:lnTo>
                <a:close/>
              </a:path>
            </a:pathLst>
          </a:custGeom>
          <a:solidFill>
            <a:schemeClr val="tx2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18D9E9-0C0A-07D2-73DC-715A5308E1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268"/>
            <a:ext cx="5293580" cy="4395461"/>
          </a:xfrm>
          <a:custGeom>
            <a:avLst/>
            <a:gdLst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5293580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3671155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580" h="4395461">
                <a:moveTo>
                  <a:pt x="0" y="0"/>
                </a:moveTo>
                <a:lnTo>
                  <a:pt x="5293580" y="0"/>
                </a:lnTo>
                <a:lnTo>
                  <a:pt x="3671155" y="4395461"/>
                </a:lnTo>
                <a:lnTo>
                  <a:pt x="0" y="43954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497278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5593291-EEAC-EA28-9A1C-F9A0FCCACC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78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496146-34BA-C3A1-1F9A-81A0CF7124B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CE4FBB-871A-EEF4-7680-490C79FC195A}"/>
              </a:ext>
            </a:extLst>
          </p:cNvPr>
          <p:cNvSpPr/>
          <p:nvPr/>
        </p:nvSpPr>
        <p:spPr>
          <a:xfrm>
            <a:off x="3755587" y="1231155"/>
            <a:ext cx="8341728" cy="4395689"/>
          </a:xfrm>
          <a:custGeom>
            <a:avLst/>
            <a:gdLst>
              <a:gd name="connsiteX0" fmla="*/ 8341729 w 8341728"/>
              <a:gd name="connsiteY0" fmla="*/ 0 h 4395689"/>
              <a:gd name="connsiteX1" fmla="*/ 8341729 w 8341728"/>
              <a:gd name="connsiteY1" fmla="*/ 4395689 h 4395689"/>
              <a:gd name="connsiteX2" fmla="*/ 0 w 8341728"/>
              <a:gd name="connsiteY2" fmla="*/ 4395689 h 4395689"/>
              <a:gd name="connsiteX3" fmla="*/ 1619643 w 8341728"/>
              <a:gd name="connsiteY3" fmla="*/ 0 h 4395689"/>
              <a:gd name="connsiteX4" fmla="*/ 8341729 w 8341728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728" h="4395689">
                <a:moveTo>
                  <a:pt x="8341729" y="0"/>
                </a:moveTo>
                <a:lnTo>
                  <a:pt x="8341729" y="4395689"/>
                </a:lnTo>
                <a:lnTo>
                  <a:pt x="0" y="4395689"/>
                </a:lnTo>
                <a:lnTo>
                  <a:pt x="1619643" y="0"/>
                </a:lnTo>
                <a:lnTo>
                  <a:pt x="8341729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179AB0-B4AB-C85D-5711-B7F51665E8C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50837" y="1231155"/>
            <a:ext cx="8341161" cy="4395689"/>
          </a:xfrm>
          <a:custGeom>
            <a:avLst/>
            <a:gdLst>
              <a:gd name="connsiteX0" fmla="*/ 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0 w 8341161"/>
              <a:gd name="connsiteY4" fmla="*/ 0 h 4395689"/>
              <a:gd name="connsiteX0" fmla="*/ 162327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1623270 w 8341161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161" h="4395689">
                <a:moveTo>
                  <a:pt x="1623270" y="0"/>
                </a:moveTo>
                <a:lnTo>
                  <a:pt x="8341161" y="0"/>
                </a:lnTo>
                <a:lnTo>
                  <a:pt x="8341161" y="4395689"/>
                </a:lnTo>
                <a:lnTo>
                  <a:pt x="0" y="4395689"/>
                </a:lnTo>
                <a:lnTo>
                  <a:pt x="1623270" y="0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507" y="2309336"/>
            <a:ext cx="2587493" cy="3137511"/>
          </a:xfrm>
          <a:prstGeom prst="rect">
            <a:avLst/>
          </a:prstGeom>
        </p:spPr>
        <p:txBody>
          <a:bodyPr numCol="1" spcCol="0"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4FEC158A-385A-D527-64D9-7220F98FB7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507" y="1418028"/>
            <a:ext cx="2587493" cy="72000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058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D55C8-33A8-A852-0B92-AD6DD9A6337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317277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7894E6D-CA96-A2C9-0ECC-1B83BB13B6DB}"/>
              </a:ext>
            </a:extLst>
          </p:cNvPr>
          <p:cNvSpPr/>
          <p:nvPr/>
        </p:nvSpPr>
        <p:spPr>
          <a:xfrm>
            <a:off x="95250" y="0"/>
            <a:ext cx="5747468" cy="6858000"/>
          </a:xfrm>
          <a:custGeom>
            <a:avLst/>
            <a:gdLst>
              <a:gd name="connsiteX0" fmla="*/ 5747469 w 5747468"/>
              <a:gd name="connsiteY0" fmla="*/ 0 h 6858000"/>
              <a:gd name="connsiteX1" fmla="*/ 3220599 w 5747468"/>
              <a:gd name="connsiteY1" fmla="*/ 6858000 h 6858000"/>
              <a:gd name="connsiteX2" fmla="*/ 0 w 5747468"/>
              <a:gd name="connsiteY2" fmla="*/ 6858000 h 6858000"/>
              <a:gd name="connsiteX3" fmla="*/ 0 w 5747468"/>
              <a:gd name="connsiteY3" fmla="*/ 0 h 6858000"/>
              <a:gd name="connsiteX4" fmla="*/ 5747469 w 574746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8" h="6858000">
                <a:moveTo>
                  <a:pt x="5747469" y="0"/>
                </a:moveTo>
                <a:lnTo>
                  <a:pt x="3220599" y="6858000"/>
                </a:lnTo>
                <a:lnTo>
                  <a:pt x="0" y="6858000"/>
                </a:lnTo>
                <a:lnTo>
                  <a:pt x="0" y="0"/>
                </a:lnTo>
                <a:lnTo>
                  <a:pt x="5747469" y="0"/>
                </a:lnTo>
                <a:close/>
              </a:path>
            </a:pathLst>
          </a:custGeom>
          <a:solidFill>
            <a:schemeClr val="tx2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4BC062-B199-E72F-D744-F5D9A2C2DC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5747467" cy="6858000"/>
          </a:xfrm>
          <a:custGeom>
            <a:avLst/>
            <a:gdLst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57474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32201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7" h="6858000">
                <a:moveTo>
                  <a:pt x="0" y="0"/>
                </a:moveTo>
                <a:lnTo>
                  <a:pt x="5747467" y="0"/>
                </a:lnTo>
                <a:lnTo>
                  <a:pt x="322016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24E89D2A-8184-2F6B-D69B-7833FC75AA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264633-DBF5-109D-D8F9-69433675E879}"/>
              </a:ext>
            </a:extLst>
          </p:cNvPr>
          <p:cNvSpPr/>
          <p:nvPr/>
        </p:nvSpPr>
        <p:spPr>
          <a:xfrm>
            <a:off x="0" y="177"/>
            <a:ext cx="3987174" cy="1066304"/>
          </a:xfrm>
          <a:custGeom>
            <a:avLst/>
            <a:gdLst>
              <a:gd name="connsiteX0" fmla="*/ 3987175 w 3987174"/>
              <a:gd name="connsiteY0" fmla="*/ 0 h 1066304"/>
              <a:gd name="connsiteX1" fmla="*/ 3594177 w 3987174"/>
              <a:gd name="connsiteY1" fmla="*/ 1066305 h 1066304"/>
              <a:gd name="connsiteX2" fmla="*/ 0 w 3987174"/>
              <a:gd name="connsiteY2" fmla="*/ 1066305 h 1066304"/>
              <a:gd name="connsiteX3" fmla="*/ 0 w 3987174"/>
              <a:gd name="connsiteY3" fmla="*/ 0 h 1066304"/>
              <a:gd name="connsiteX4" fmla="*/ 3987175 w 3987174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7174" h="1066304">
                <a:moveTo>
                  <a:pt x="3987175" y="0"/>
                </a:moveTo>
                <a:lnTo>
                  <a:pt x="3594177" y="1066305"/>
                </a:lnTo>
                <a:lnTo>
                  <a:pt x="0" y="1066305"/>
                </a:lnTo>
                <a:lnTo>
                  <a:pt x="0" y="0"/>
                </a:lnTo>
                <a:lnTo>
                  <a:pt x="398717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5457594-C14D-04FF-5DFF-37EA13844B73}"/>
              </a:ext>
            </a:extLst>
          </p:cNvPr>
          <p:cNvSpPr/>
          <p:nvPr/>
        </p:nvSpPr>
        <p:spPr>
          <a:xfrm>
            <a:off x="3770289" y="177"/>
            <a:ext cx="8421143" cy="1066304"/>
          </a:xfrm>
          <a:custGeom>
            <a:avLst/>
            <a:gdLst>
              <a:gd name="connsiteX0" fmla="*/ 8421144 w 8421143"/>
              <a:gd name="connsiteY0" fmla="*/ 0 h 1066304"/>
              <a:gd name="connsiteX1" fmla="*/ 8421144 w 8421143"/>
              <a:gd name="connsiteY1" fmla="*/ 1066305 h 1066304"/>
              <a:gd name="connsiteX2" fmla="*/ 0 w 8421143"/>
              <a:gd name="connsiteY2" fmla="*/ 1066305 h 1066304"/>
              <a:gd name="connsiteX3" fmla="*/ 392998 w 8421143"/>
              <a:gd name="connsiteY3" fmla="*/ 0 h 1066304"/>
              <a:gd name="connsiteX4" fmla="*/ 8421144 w 8421143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143" h="1066304">
                <a:moveTo>
                  <a:pt x="8421144" y="0"/>
                </a:moveTo>
                <a:lnTo>
                  <a:pt x="8421144" y="1066305"/>
                </a:lnTo>
                <a:lnTo>
                  <a:pt x="0" y="1066305"/>
                </a:lnTo>
                <a:lnTo>
                  <a:pt x="392998" y="0"/>
                </a:lnTo>
                <a:lnTo>
                  <a:pt x="8421144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241FC88-3A0E-31DF-37CA-C3C177920B74}"/>
              </a:ext>
            </a:extLst>
          </p:cNvPr>
          <p:cNvSpPr/>
          <p:nvPr/>
        </p:nvSpPr>
        <p:spPr>
          <a:xfrm>
            <a:off x="0" y="4141946"/>
            <a:ext cx="2461051" cy="659715"/>
          </a:xfrm>
          <a:custGeom>
            <a:avLst/>
            <a:gdLst>
              <a:gd name="connsiteX0" fmla="*/ 2461051 w 2461051"/>
              <a:gd name="connsiteY0" fmla="*/ 0 h 659715"/>
              <a:gd name="connsiteX1" fmla="*/ 2218117 w 2461051"/>
              <a:gd name="connsiteY1" fmla="*/ 659716 h 659715"/>
              <a:gd name="connsiteX2" fmla="*/ 0 w 2461051"/>
              <a:gd name="connsiteY2" fmla="*/ 659716 h 659715"/>
              <a:gd name="connsiteX3" fmla="*/ 0 w 2461051"/>
              <a:gd name="connsiteY3" fmla="*/ 0 h 659715"/>
              <a:gd name="connsiteX4" fmla="*/ 2461051 w 2461051"/>
              <a:gd name="connsiteY4" fmla="*/ 0 h 65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051" h="659715">
                <a:moveTo>
                  <a:pt x="2461051" y="0"/>
                </a:moveTo>
                <a:lnTo>
                  <a:pt x="2218117" y="659716"/>
                </a:lnTo>
                <a:lnTo>
                  <a:pt x="0" y="659716"/>
                </a:lnTo>
                <a:lnTo>
                  <a:pt x="0" y="0"/>
                </a:lnTo>
                <a:lnTo>
                  <a:pt x="2461051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4DD0794-8CE3-908E-64DE-D3779B543EE7}"/>
              </a:ext>
            </a:extLst>
          </p:cNvPr>
          <p:cNvSpPr/>
          <p:nvPr/>
        </p:nvSpPr>
        <p:spPr>
          <a:xfrm>
            <a:off x="0" y="4967015"/>
            <a:ext cx="2157525" cy="659715"/>
          </a:xfrm>
          <a:custGeom>
            <a:avLst/>
            <a:gdLst>
              <a:gd name="connsiteX0" fmla="*/ 2157525 w 2157525"/>
              <a:gd name="connsiteY0" fmla="*/ 0 h 659715"/>
              <a:gd name="connsiteX1" fmla="*/ 1914025 w 2157525"/>
              <a:gd name="connsiteY1" fmla="*/ 659716 h 659715"/>
              <a:gd name="connsiteX2" fmla="*/ 0 w 2157525"/>
              <a:gd name="connsiteY2" fmla="*/ 659716 h 659715"/>
              <a:gd name="connsiteX3" fmla="*/ 0 w 2157525"/>
              <a:gd name="connsiteY3" fmla="*/ 0 h 659715"/>
              <a:gd name="connsiteX4" fmla="*/ 2157525 w 2157525"/>
              <a:gd name="connsiteY4" fmla="*/ 0 h 65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525" h="659715">
                <a:moveTo>
                  <a:pt x="2157525" y="0"/>
                </a:moveTo>
                <a:lnTo>
                  <a:pt x="1914025" y="659716"/>
                </a:lnTo>
                <a:lnTo>
                  <a:pt x="0" y="659716"/>
                </a:lnTo>
                <a:lnTo>
                  <a:pt x="0" y="0"/>
                </a:lnTo>
                <a:lnTo>
                  <a:pt x="215752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F5C13F4-61F6-1D44-4C86-9C6E58147349}"/>
              </a:ext>
            </a:extLst>
          </p:cNvPr>
          <p:cNvSpPr/>
          <p:nvPr/>
        </p:nvSpPr>
        <p:spPr>
          <a:xfrm>
            <a:off x="0" y="5792084"/>
            <a:ext cx="1853433" cy="1065738"/>
          </a:xfrm>
          <a:custGeom>
            <a:avLst/>
            <a:gdLst>
              <a:gd name="connsiteX0" fmla="*/ 1853433 w 1853433"/>
              <a:gd name="connsiteY0" fmla="*/ 0 h 1065738"/>
              <a:gd name="connsiteX1" fmla="*/ 1460435 w 1853433"/>
              <a:gd name="connsiteY1" fmla="*/ 1065738 h 1065738"/>
              <a:gd name="connsiteX2" fmla="*/ 0 w 1853433"/>
              <a:gd name="connsiteY2" fmla="*/ 1065738 h 1065738"/>
              <a:gd name="connsiteX3" fmla="*/ 0 w 1853433"/>
              <a:gd name="connsiteY3" fmla="*/ 0 h 1065738"/>
              <a:gd name="connsiteX4" fmla="*/ 1853433 w 1853433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433" h="1065738">
                <a:moveTo>
                  <a:pt x="1853433" y="0"/>
                </a:moveTo>
                <a:lnTo>
                  <a:pt x="1460435" y="1065738"/>
                </a:lnTo>
                <a:lnTo>
                  <a:pt x="0" y="1065738"/>
                </a:lnTo>
                <a:lnTo>
                  <a:pt x="0" y="0"/>
                </a:lnTo>
                <a:lnTo>
                  <a:pt x="185343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13A7D52-2AF4-AF38-677E-57C33C3FE78F}"/>
              </a:ext>
            </a:extLst>
          </p:cNvPr>
          <p:cNvSpPr/>
          <p:nvPr/>
        </p:nvSpPr>
        <p:spPr>
          <a:xfrm>
            <a:off x="1636548" y="4141946"/>
            <a:ext cx="10554885" cy="2715876"/>
          </a:xfrm>
          <a:custGeom>
            <a:avLst/>
            <a:gdLst>
              <a:gd name="connsiteX0" fmla="*/ 10554885 w 10554885"/>
              <a:gd name="connsiteY0" fmla="*/ 0 h 2715876"/>
              <a:gd name="connsiteX1" fmla="*/ 10554885 w 10554885"/>
              <a:gd name="connsiteY1" fmla="*/ 2715877 h 2715876"/>
              <a:gd name="connsiteX2" fmla="*/ 0 w 10554885"/>
              <a:gd name="connsiteY2" fmla="*/ 2715877 h 2715876"/>
              <a:gd name="connsiteX3" fmla="*/ 1000616 w 10554885"/>
              <a:gd name="connsiteY3" fmla="*/ 0 h 2715876"/>
              <a:gd name="connsiteX4" fmla="*/ 10554885 w 10554885"/>
              <a:gd name="connsiteY4" fmla="*/ 0 h 271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54885" h="2715876">
                <a:moveTo>
                  <a:pt x="10554885" y="0"/>
                </a:moveTo>
                <a:lnTo>
                  <a:pt x="10554885" y="2715877"/>
                </a:lnTo>
                <a:lnTo>
                  <a:pt x="0" y="2715877"/>
                </a:lnTo>
                <a:lnTo>
                  <a:pt x="1000616" y="0"/>
                </a:lnTo>
                <a:lnTo>
                  <a:pt x="1055488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4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4FDCA57-4785-32BF-08DB-321056800BF1}"/>
              </a:ext>
            </a:extLst>
          </p:cNvPr>
          <p:cNvSpPr/>
          <p:nvPr/>
        </p:nvSpPr>
        <p:spPr>
          <a:xfrm>
            <a:off x="568" y="6592416"/>
            <a:ext cx="9012906" cy="265584"/>
          </a:xfrm>
          <a:custGeom>
            <a:avLst/>
            <a:gdLst>
              <a:gd name="connsiteX0" fmla="*/ 9012906 w 9012906"/>
              <a:gd name="connsiteY0" fmla="*/ 0 h 265584"/>
              <a:gd name="connsiteX1" fmla="*/ 8914940 w 9012906"/>
              <a:gd name="connsiteY1" fmla="*/ 265585 h 265584"/>
              <a:gd name="connsiteX2" fmla="*/ 0 w 9012906"/>
              <a:gd name="connsiteY2" fmla="*/ 265585 h 265584"/>
              <a:gd name="connsiteX3" fmla="*/ 0 w 9012906"/>
              <a:gd name="connsiteY3" fmla="*/ 0 h 265584"/>
              <a:gd name="connsiteX4" fmla="*/ 9012906 w 9012906"/>
              <a:gd name="connsiteY4" fmla="*/ 0 h 26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2906" h="265584">
                <a:moveTo>
                  <a:pt x="9012906" y="0"/>
                </a:moveTo>
                <a:lnTo>
                  <a:pt x="8914940" y="265585"/>
                </a:lnTo>
                <a:lnTo>
                  <a:pt x="0" y="265585"/>
                </a:lnTo>
                <a:lnTo>
                  <a:pt x="0" y="0"/>
                </a:lnTo>
                <a:lnTo>
                  <a:pt x="901290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6D1A09-E28A-C552-981C-42445954F41A}"/>
              </a:ext>
            </a:extLst>
          </p:cNvPr>
          <p:cNvSpPr/>
          <p:nvPr/>
        </p:nvSpPr>
        <p:spPr>
          <a:xfrm>
            <a:off x="9091620" y="6592416"/>
            <a:ext cx="3100380" cy="265584"/>
          </a:xfrm>
          <a:custGeom>
            <a:avLst/>
            <a:gdLst>
              <a:gd name="connsiteX0" fmla="*/ 3100380 w 3100380"/>
              <a:gd name="connsiteY0" fmla="*/ 0 h 265584"/>
              <a:gd name="connsiteX1" fmla="*/ 3100380 w 3100380"/>
              <a:gd name="connsiteY1" fmla="*/ 265585 h 265584"/>
              <a:gd name="connsiteX2" fmla="*/ 0 w 3100380"/>
              <a:gd name="connsiteY2" fmla="*/ 265585 h 265584"/>
              <a:gd name="connsiteX3" fmla="*/ 97966 w 3100380"/>
              <a:gd name="connsiteY3" fmla="*/ 0 h 265584"/>
              <a:gd name="connsiteX4" fmla="*/ 3100380 w 3100380"/>
              <a:gd name="connsiteY4" fmla="*/ 0 h 26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0380" h="265584">
                <a:moveTo>
                  <a:pt x="3100380" y="0"/>
                </a:moveTo>
                <a:lnTo>
                  <a:pt x="3100380" y="265585"/>
                </a:lnTo>
                <a:lnTo>
                  <a:pt x="0" y="265585"/>
                </a:lnTo>
                <a:lnTo>
                  <a:pt x="97966" y="0"/>
                </a:lnTo>
                <a:lnTo>
                  <a:pt x="310038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D3C5-D95A-3AEB-6441-485A9A9C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92416"/>
            <a:ext cx="3422400" cy="26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7539-0926-AB47-EBE1-04B49FB97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2793" y="6602098"/>
            <a:ext cx="529207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bg1"/>
                </a:solidFill>
                <a:latin typeface="Neue Haas Grotesk Text Pro" panose="020B0504020202020204" pitchFamily="34" charset="0"/>
              </a:defRPr>
            </a:lvl1pPr>
          </a:lstStyle>
          <a:p>
            <a:fld id="{885A6FE8-91CA-4FE0-B099-8DECEA9CCD17}" type="slidenum">
              <a:rPr lang="en-US" b="1" smtClean="0"/>
              <a:pPr/>
              <a:t>‹Nr.›</a:t>
            </a:fld>
            <a:r>
              <a:rPr lang="hr-HR"/>
              <a:t> 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685B68-15F0-3FD9-C237-18FA9D81B00A}"/>
              </a:ext>
            </a:extLst>
          </p:cNvPr>
          <p:cNvSpPr txBox="1"/>
          <p:nvPr userDrawn="1"/>
        </p:nvSpPr>
        <p:spPr>
          <a:xfrm>
            <a:off x="10160410" y="6617486"/>
            <a:ext cx="1066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sz="800">
                <a:solidFill>
                  <a:schemeClr val="bg1"/>
                </a:solidFill>
                <a:latin typeface="Neue Haas Grotesk Text Pro" panose="020B0504020202020204" pitchFamily="34" charset="0"/>
              </a:rPr>
              <a:t>Slide</a:t>
            </a:r>
            <a:r>
              <a:rPr lang="hr-HR" sz="800">
                <a:latin typeface="Neue Haas Grotesk Text Pro" panose="020B0504020202020204" pitchFamily="34" charset="0"/>
              </a:rPr>
              <a:t>  </a:t>
            </a:r>
            <a:r>
              <a:rPr lang="hr-HR" sz="800">
                <a:solidFill>
                  <a:schemeClr val="accent3"/>
                </a:solidFill>
                <a:latin typeface="Neue Haas Grotesk Text Pro" panose="020B0504020202020204" pitchFamily="34" charset="0"/>
              </a:rPr>
              <a:t>|</a:t>
            </a:r>
            <a:endParaRPr lang="en-US" sz="800">
              <a:solidFill>
                <a:schemeClr val="accent3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B74982-0458-F001-D06E-2CA8F02C8668}"/>
              </a:ext>
            </a:extLst>
          </p:cNvPr>
          <p:cNvSpPr/>
          <p:nvPr userDrawn="1"/>
        </p:nvSpPr>
        <p:spPr>
          <a:xfrm>
            <a:off x="-1" y="0"/>
            <a:ext cx="12192001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7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76" r:id="rId2"/>
    <p:sldLayoutId id="2147483775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1" r:id="rId14"/>
    <p:sldLayoutId id="2147483790" r:id="rId15"/>
    <p:sldLayoutId id="2147483792" r:id="rId16"/>
    <p:sldLayoutId id="2147483793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5FE026-F0EC-0CF6-46BE-28A2529D0696}"/>
              </a:ext>
            </a:extLst>
          </p:cNvPr>
          <p:cNvSpPr/>
          <p:nvPr/>
        </p:nvSpPr>
        <p:spPr>
          <a:xfrm>
            <a:off x="3770289" y="177"/>
            <a:ext cx="8421143" cy="1066304"/>
          </a:xfrm>
          <a:custGeom>
            <a:avLst/>
            <a:gdLst>
              <a:gd name="connsiteX0" fmla="*/ 8421144 w 8421143"/>
              <a:gd name="connsiteY0" fmla="*/ 0 h 1066304"/>
              <a:gd name="connsiteX1" fmla="*/ 8421144 w 8421143"/>
              <a:gd name="connsiteY1" fmla="*/ 1066305 h 1066304"/>
              <a:gd name="connsiteX2" fmla="*/ 0 w 8421143"/>
              <a:gd name="connsiteY2" fmla="*/ 1066305 h 1066304"/>
              <a:gd name="connsiteX3" fmla="*/ 392998 w 8421143"/>
              <a:gd name="connsiteY3" fmla="*/ 0 h 1066304"/>
              <a:gd name="connsiteX4" fmla="*/ 8421144 w 8421143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143" h="1066304">
                <a:moveTo>
                  <a:pt x="8421144" y="0"/>
                </a:moveTo>
                <a:lnTo>
                  <a:pt x="8421144" y="1066305"/>
                </a:lnTo>
                <a:lnTo>
                  <a:pt x="0" y="1066305"/>
                </a:lnTo>
                <a:lnTo>
                  <a:pt x="392998" y="0"/>
                </a:lnTo>
                <a:lnTo>
                  <a:pt x="8421144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F42AD2A-51CC-F024-420A-22E83B766282}"/>
              </a:ext>
            </a:extLst>
          </p:cNvPr>
          <p:cNvSpPr/>
          <p:nvPr/>
        </p:nvSpPr>
        <p:spPr>
          <a:xfrm>
            <a:off x="1636548" y="5792084"/>
            <a:ext cx="10554885" cy="1065738"/>
          </a:xfrm>
          <a:custGeom>
            <a:avLst/>
            <a:gdLst>
              <a:gd name="connsiteX0" fmla="*/ 10554885 w 10554885"/>
              <a:gd name="connsiteY0" fmla="*/ 0 h 1065738"/>
              <a:gd name="connsiteX1" fmla="*/ 10554885 w 10554885"/>
              <a:gd name="connsiteY1" fmla="*/ 1065738 h 1065738"/>
              <a:gd name="connsiteX2" fmla="*/ 0 w 10554885"/>
              <a:gd name="connsiteY2" fmla="*/ 1065738 h 1065738"/>
              <a:gd name="connsiteX3" fmla="*/ 392998 w 10554885"/>
              <a:gd name="connsiteY3" fmla="*/ 0 h 1065738"/>
              <a:gd name="connsiteX4" fmla="*/ 10554885 w 10554885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54885" h="1065738">
                <a:moveTo>
                  <a:pt x="10554885" y="0"/>
                </a:moveTo>
                <a:lnTo>
                  <a:pt x="10554885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1055488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B1DCF0C-0771-0D67-14EA-9B55DB1405F5}"/>
              </a:ext>
            </a:extLst>
          </p:cNvPr>
          <p:cNvSpPr/>
          <p:nvPr/>
        </p:nvSpPr>
        <p:spPr>
          <a:xfrm>
            <a:off x="2090138" y="1231268"/>
            <a:ext cx="10101295" cy="4395462"/>
          </a:xfrm>
          <a:custGeom>
            <a:avLst/>
            <a:gdLst>
              <a:gd name="connsiteX0" fmla="*/ 10101295 w 10101295"/>
              <a:gd name="connsiteY0" fmla="*/ 0 h 4395462"/>
              <a:gd name="connsiteX1" fmla="*/ 10101295 w 10101295"/>
              <a:gd name="connsiteY1" fmla="*/ 4395462 h 4395462"/>
              <a:gd name="connsiteX2" fmla="*/ 0 w 10101295"/>
              <a:gd name="connsiteY2" fmla="*/ 4395462 h 4395462"/>
              <a:gd name="connsiteX3" fmla="*/ 1619560 w 10101295"/>
              <a:gd name="connsiteY3" fmla="*/ 0 h 4395462"/>
              <a:gd name="connsiteX4" fmla="*/ 10101295 w 10101295"/>
              <a:gd name="connsiteY4" fmla="*/ 0 h 439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1295" h="4395462">
                <a:moveTo>
                  <a:pt x="10101295" y="0"/>
                </a:moveTo>
                <a:lnTo>
                  <a:pt x="10101295" y="4395462"/>
                </a:lnTo>
                <a:lnTo>
                  <a:pt x="0" y="4395462"/>
                </a:lnTo>
                <a:lnTo>
                  <a:pt x="1619560" y="0"/>
                </a:lnTo>
                <a:lnTo>
                  <a:pt x="1010129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59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94" r:id="rId2"/>
    <p:sldLayoutId id="2147483796" r:id="rId3"/>
    <p:sldLayoutId id="214748379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01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5" r:id="rId2"/>
    <p:sldLayoutId id="2147483800" r:id="rId3"/>
    <p:sldLayoutId id="2147483806" r:id="rId4"/>
    <p:sldLayoutId id="2147483807" r:id="rId5"/>
    <p:sldLayoutId id="214748380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education system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95887"/>
              </p:ext>
            </p:extLst>
          </p:nvPr>
        </p:nvGraphicFramePr>
        <p:xfrm>
          <a:off x="172842" y="1536018"/>
          <a:ext cx="11846315" cy="4784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32889" y="30931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place in higher education 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(Application for Higher Education)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75822" y="3093146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3093145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4DCBFE0-7B4D-0791-7470-FF921AEBBE12}"/>
              </a:ext>
            </a:extLst>
          </p:cNvPr>
          <p:cNvSpPr txBox="1"/>
          <p:nvPr/>
        </p:nvSpPr>
        <p:spPr>
          <a:xfrm>
            <a:off x="306166" y="3555724"/>
            <a:ext cx="9902959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Application requirements: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Foreign school-leaving certificate permitting access to higher education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Meeting the language requirement of the desired study program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sufficient financial means: blocked account or Declaration of Commitment</a:t>
            </a:r>
            <a:endParaRPr lang="en-US" sz="1400" b="1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93224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</a:rPr>
                <a:t>Seeking place in higher education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/>
                <a:t>(Application for Higher Education)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426675" y="1693223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DE6B2B-5C47-4377-A85E-AB72E2222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- 1</a:t>
            </a:r>
          </a:p>
        </p:txBody>
      </p:sp>
    </p:spTree>
    <p:extLst>
      <p:ext uri="{BB962C8B-B14F-4D97-AF65-F5344CB8AC3E}">
        <p14:creationId xmlns:p14="http://schemas.microsoft.com/office/powerpoint/2010/main" val="292106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188051"/>
              </p:ext>
            </p:extLst>
          </p:nvPr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</a:rPr>
                <a:t>Seeking place in higher education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noProof="0" dirty="0"/>
                <a:t>(</a:t>
              </a:r>
              <a:r>
                <a:rPr lang="en-US" sz="1400" b="1" dirty="0"/>
                <a:t>Application for Higher Education</a:t>
              </a:r>
              <a:r>
                <a:rPr lang="en-US" sz="1400" b="1" kern="1200" noProof="0" dirty="0"/>
                <a:t>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3169347" y="1679846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022146-D403-D4FF-8F88-47ADE0FE4C99}"/>
              </a:ext>
            </a:extLst>
          </p:cNvPr>
          <p:cNvSpPr txBox="1"/>
          <p:nvPr/>
        </p:nvSpPr>
        <p:spPr>
          <a:xfrm>
            <a:off x="172842" y="3494640"/>
            <a:ext cx="9809254" cy="299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i="0" u="none" strike="noStrike" baseline="0" dirty="0"/>
              <a:t>Book an appointment at the </a:t>
            </a:r>
            <a:r>
              <a:rPr lang="de-DE" sz="1400" b="1" i="0" u="none" strike="noStrike" baseline="0" dirty="0"/>
              <a:t>German </a:t>
            </a:r>
            <a:r>
              <a:rPr lang="en-US" sz="1400" b="1" i="0" u="none" strike="noStrike" baseline="0" dirty="0"/>
              <a:t>Embassy</a:t>
            </a:r>
            <a:r>
              <a:rPr lang="de-DE" sz="1400" b="1" i="0" u="none" strike="noStrike" baseline="0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required documents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Check the waiting times and the required documents on the Embassy’s website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the visa in </a:t>
            </a:r>
            <a:r>
              <a:rPr lang="de-DE" sz="1400" b="1" dirty="0" err="1"/>
              <a:t>Uzbekistan</a:t>
            </a:r>
            <a:r>
              <a:rPr lang="de-DE" sz="1400" b="1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Bring the documents in their entirety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Fee: €75 (in local currency)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Inform yourself of possible waiting times on the competent Embassy’s </a:t>
            </a:r>
            <a:r>
              <a:rPr lang="de-DE" sz="1400" dirty="0" err="1"/>
              <a:t>website</a:t>
            </a:r>
            <a:endParaRPr lang="en-US" sz="1400" dirty="0"/>
          </a:p>
          <a:p>
            <a:pPr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</a:pPr>
            <a:endParaRPr lang="en-US" sz="1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CA5A5E9-B14A-4330-AC3A-2048E6234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- 2</a:t>
            </a:r>
          </a:p>
        </p:txBody>
      </p:sp>
    </p:spTree>
    <p:extLst>
      <p:ext uri="{BB962C8B-B14F-4D97-AF65-F5344CB8AC3E}">
        <p14:creationId xmlns:p14="http://schemas.microsoft.com/office/powerpoint/2010/main" val="312246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839441"/>
              </p:ext>
            </p:extLst>
          </p:nvPr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</a:rPr>
                <a:t>Seeking place in higher education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noProof="0" dirty="0"/>
                <a:t>(</a:t>
              </a:r>
              <a:r>
                <a:rPr lang="en-US" sz="1400" b="1" dirty="0"/>
                <a:t>Application for Higher Education</a:t>
              </a:r>
              <a:r>
                <a:rPr lang="en-US" sz="1400" b="1" kern="1200" noProof="0" dirty="0"/>
                <a:t>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5912019" y="1693222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D0F1E2-14D8-7826-44FF-84A1251FA102}"/>
              </a:ext>
            </a:extLst>
          </p:cNvPr>
          <p:cNvSpPr txBox="1"/>
          <p:nvPr/>
        </p:nvSpPr>
        <p:spPr>
          <a:xfrm>
            <a:off x="172842" y="3349983"/>
            <a:ext cx="9869544" cy="3386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Entry to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Receive entry visa (health insurance required)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flight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residence title in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Register your home address in Germany at the Residents' Registration Office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an appointment at the foreigners’ authority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listed required documents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Apply for the residence title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Fees may add up to €100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application must be submitted before the entry visa expires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EF6E65-3763-4A8B-8990-CCE42B0A0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- 3</a:t>
            </a:r>
          </a:p>
        </p:txBody>
      </p:sp>
    </p:spTree>
    <p:extLst>
      <p:ext uri="{BB962C8B-B14F-4D97-AF65-F5344CB8AC3E}">
        <p14:creationId xmlns:p14="http://schemas.microsoft.com/office/powerpoint/2010/main" val="64571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>
                  <a:solidFill>
                    <a:schemeClr val="bg1"/>
                  </a:solidFill>
                </a:rPr>
                <a:t>Seeking place in higher education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noProof="0" dirty="0"/>
                <a:t>(</a:t>
              </a:r>
              <a:r>
                <a:rPr lang="en-US" sz="1400" b="1" dirty="0"/>
                <a:t>Application for Higher Education</a:t>
              </a:r>
              <a:r>
                <a:rPr lang="en-US" sz="1400" b="1" kern="1200" noProof="0" dirty="0"/>
                <a:t>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8594227" y="1704575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534CC7-6308-042F-B866-14A60185180E}"/>
              </a:ext>
            </a:extLst>
          </p:cNvPr>
          <p:cNvSpPr txBox="1"/>
          <p:nvPr/>
        </p:nvSpPr>
        <p:spPr>
          <a:xfrm>
            <a:off x="172842" y="3512444"/>
            <a:ext cx="98293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Type of residence title: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After admission to the study program in Germany: switch to residence title for the purpose of studying (Section 16b of the Residence Act [</a:t>
            </a:r>
            <a:r>
              <a:rPr lang="en-US" sz="1400" dirty="0" err="1"/>
              <a:t>AufenthG</a:t>
            </a:r>
            <a:r>
              <a:rPr lang="en-US" sz="1400" dirty="0"/>
              <a:t>])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1722CE6-6563-479E-8E64-22E99DA6F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- 4</a:t>
            </a:r>
          </a:p>
        </p:txBody>
      </p:sp>
    </p:spTree>
    <p:extLst>
      <p:ext uri="{BB962C8B-B14F-4D97-AF65-F5344CB8AC3E}">
        <p14:creationId xmlns:p14="http://schemas.microsoft.com/office/powerpoint/2010/main" val="313619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education system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1536018"/>
          <a:ext cx="11846315" cy="4784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32889" y="3093146"/>
            <a:ext cx="2536876" cy="1695162"/>
            <a:chOff x="4654719" y="1252602"/>
            <a:chExt cx="2536876" cy="1695162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10852" y="1440685"/>
              <a:ext cx="2424610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Vocational training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75822" y="3093146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3093145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69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4DCBFE0-7B4D-0791-7470-FF921AEBBE12}"/>
              </a:ext>
            </a:extLst>
          </p:cNvPr>
          <p:cNvSpPr txBox="1"/>
          <p:nvPr/>
        </p:nvSpPr>
        <p:spPr>
          <a:xfrm>
            <a:off x="306166" y="3555724"/>
            <a:ext cx="9902959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Application requirements: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Vocational training place in Germany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sufficient financial means: vocational training salary and / or Declaration of Commitment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 case of in-company vocational training: approval of the Federal Employment Agency (BA)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German language skills: as a rule, level B1</a:t>
            </a:r>
            <a:endParaRPr lang="en-US" sz="14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8DC9C64-DC47-EE3F-5282-E97B2DC0CB67}"/>
              </a:ext>
            </a:extLst>
          </p:cNvPr>
          <p:cNvSpPr/>
          <p:nvPr/>
        </p:nvSpPr>
        <p:spPr>
          <a:xfrm>
            <a:off x="426675" y="1693224"/>
            <a:ext cx="2536876" cy="1670137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426675" y="1693223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DE6B2B-5C47-4377-A85E-AB72E2222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- 1</a:t>
            </a:r>
          </a:p>
        </p:txBody>
      </p:sp>
      <p:sp>
        <p:nvSpPr>
          <p:cNvPr id="17" name="Rechteck: abgerundete Ecken 4">
            <a:extLst>
              <a:ext uri="{FF2B5EF4-FFF2-40B4-BE49-F238E27FC236}">
                <a16:creationId xmlns:a16="http://schemas.microsoft.com/office/drawing/2014/main" id="{2D03E868-B6C8-4530-A076-4789668232BD}"/>
              </a:ext>
            </a:extLst>
          </p:cNvPr>
          <p:cNvSpPr txBox="1"/>
          <p:nvPr/>
        </p:nvSpPr>
        <p:spPr>
          <a:xfrm>
            <a:off x="482808" y="1921921"/>
            <a:ext cx="2424610" cy="15070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noProof="0" dirty="0">
                <a:solidFill>
                  <a:schemeClr val="bg1"/>
                </a:solidFill>
              </a:rPr>
              <a:t>Vocational training</a:t>
            </a: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b="1" kern="1200" noProof="0" dirty="0"/>
          </a:p>
        </p:txBody>
      </p:sp>
    </p:spTree>
    <p:extLst>
      <p:ext uri="{BB962C8B-B14F-4D97-AF65-F5344CB8AC3E}">
        <p14:creationId xmlns:p14="http://schemas.microsoft.com/office/powerpoint/2010/main" val="298697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Vocational training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3169347" y="1679846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022146-D403-D4FF-8F88-47ADE0FE4C99}"/>
              </a:ext>
            </a:extLst>
          </p:cNvPr>
          <p:cNvSpPr txBox="1"/>
          <p:nvPr/>
        </p:nvSpPr>
        <p:spPr>
          <a:xfrm>
            <a:off x="172842" y="3494640"/>
            <a:ext cx="9809254" cy="2661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i="0" u="none" strike="noStrike" baseline="0" dirty="0"/>
              <a:t>Book an appointment at the </a:t>
            </a:r>
            <a:r>
              <a:rPr lang="de-DE" sz="1400" b="1" i="0" u="none" strike="noStrike" baseline="0" dirty="0"/>
              <a:t>German </a:t>
            </a:r>
            <a:r>
              <a:rPr lang="en-US" sz="1400" b="1" i="0" u="none" strike="noStrike" baseline="0" dirty="0"/>
              <a:t>Embassy</a:t>
            </a:r>
            <a:r>
              <a:rPr lang="de-DE" sz="1400" b="1" i="0" u="none" strike="noStrike" baseline="0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required documents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Check the waiting times and the required documents on the Embassy’s website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the visa in </a:t>
            </a:r>
            <a:r>
              <a:rPr lang="de-DE" sz="1400" b="1" dirty="0" err="1"/>
              <a:t>Uzbekistan</a:t>
            </a:r>
            <a:r>
              <a:rPr lang="de-DE" sz="1400" b="1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Bring the documents in their entirety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Fee: €75 (in local currency)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Inform yourself of possible waiting times on the competent Embassy’s </a:t>
            </a:r>
            <a:r>
              <a:rPr lang="de-DE" sz="1400" dirty="0" err="1"/>
              <a:t>website</a:t>
            </a:r>
            <a:endParaRPr lang="en-US" sz="1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CA5A5E9-B14A-4330-AC3A-2048E6234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- 2</a:t>
            </a:r>
          </a:p>
        </p:txBody>
      </p:sp>
    </p:spTree>
    <p:extLst>
      <p:ext uri="{BB962C8B-B14F-4D97-AF65-F5344CB8AC3E}">
        <p14:creationId xmlns:p14="http://schemas.microsoft.com/office/powerpoint/2010/main" val="425778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Vocational training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5912019" y="1693222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D0F1E2-14D8-7826-44FF-84A1251FA102}"/>
              </a:ext>
            </a:extLst>
          </p:cNvPr>
          <p:cNvSpPr txBox="1"/>
          <p:nvPr/>
        </p:nvSpPr>
        <p:spPr>
          <a:xfrm>
            <a:off x="172842" y="3349983"/>
            <a:ext cx="9869544" cy="3386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Entry to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Receive entry visa (health insurance required)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flight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residence title in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Register your home address in Germany at the Residents' Registration Office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an appointment at the foreigners’ authority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listed required documents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Apply for the residence title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Fees may add up to €100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application must be submitted before the entry visa expires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EF6E65-3763-4A8B-8990-CCE42B0A0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- 3</a:t>
            </a:r>
          </a:p>
        </p:txBody>
      </p:sp>
    </p:spTree>
    <p:extLst>
      <p:ext uri="{BB962C8B-B14F-4D97-AF65-F5344CB8AC3E}">
        <p14:creationId xmlns:p14="http://schemas.microsoft.com/office/powerpoint/2010/main" val="250533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Vocational training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8594227" y="1704575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534CC7-6308-042F-B866-14A60185180E}"/>
              </a:ext>
            </a:extLst>
          </p:cNvPr>
          <p:cNvSpPr txBox="1"/>
          <p:nvPr/>
        </p:nvSpPr>
        <p:spPr>
          <a:xfrm>
            <a:off x="172842" y="3512444"/>
            <a:ext cx="98293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Type of residence title: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for the purpose of in-company or in-school vocational training (Section 16a of the Residence Act [</a:t>
            </a:r>
            <a:r>
              <a:rPr lang="en-US" sz="1400" dirty="0" err="1"/>
              <a:t>AufenthG</a:t>
            </a:r>
            <a:r>
              <a:rPr lang="en-US" sz="1400" dirty="0"/>
              <a:t>])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1722CE6-6563-479E-8E64-22E99DA6F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- 4</a:t>
            </a:r>
          </a:p>
        </p:txBody>
      </p:sp>
    </p:spTree>
    <p:extLst>
      <p:ext uri="{BB962C8B-B14F-4D97-AF65-F5344CB8AC3E}">
        <p14:creationId xmlns:p14="http://schemas.microsoft.com/office/powerpoint/2010/main" val="7282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education system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1536018"/>
          <a:ext cx="11846315" cy="4784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32889" y="3093146"/>
            <a:ext cx="2536876" cy="1695162"/>
            <a:chOff x="4654719" y="1252602"/>
            <a:chExt cx="2536876" cy="1695162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10852" y="1440685"/>
              <a:ext cx="2424610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a vocational training place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75822" y="3093146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3093145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7704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4DCBFE0-7B4D-0791-7470-FF921AEBBE12}"/>
              </a:ext>
            </a:extLst>
          </p:cNvPr>
          <p:cNvSpPr txBox="1"/>
          <p:nvPr/>
        </p:nvSpPr>
        <p:spPr>
          <a:xfrm>
            <a:off x="306166" y="3555724"/>
            <a:ext cx="9902959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Application requirements: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School-leaving certificate permitting access to higher education or qualification of a German school abroad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German language skills: at least level B1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sufficient financial means: blocked account or Declaration of Commitment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Age limit: 35 years</a:t>
            </a:r>
            <a:endParaRPr lang="en-US" sz="14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8DC9C64-DC47-EE3F-5282-E97B2DC0CB67}"/>
              </a:ext>
            </a:extLst>
          </p:cNvPr>
          <p:cNvSpPr/>
          <p:nvPr/>
        </p:nvSpPr>
        <p:spPr>
          <a:xfrm>
            <a:off x="426675" y="1693224"/>
            <a:ext cx="2536876" cy="1670137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426675" y="1693223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DE6B2B-5C47-4377-A85E-AB72E2222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- 1</a:t>
            </a:r>
          </a:p>
        </p:txBody>
      </p:sp>
      <p:sp>
        <p:nvSpPr>
          <p:cNvPr id="17" name="Rechteck: abgerundete Ecken 4">
            <a:extLst>
              <a:ext uri="{FF2B5EF4-FFF2-40B4-BE49-F238E27FC236}">
                <a16:creationId xmlns:a16="http://schemas.microsoft.com/office/drawing/2014/main" id="{2D03E868-B6C8-4530-A076-4789668232BD}"/>
              </a:ext>
            </a:extLst>
          </p:cNvPr>
          <p:cNvSpPr txBox="1"/>
          <p:nvPr/>
        </p:nvSpPr>
        <p:spPr>
          <a:xfrm>
            <a:off x="482808" y="1921921"/>
            <a:ext cx="2424610" cy="15070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noProof="0" dirty="0">
                <a:solidFill>
                  <a:schemeClr val="bg1"/>
                </a:solidFill>
              </a:rPr>
              <a:t>Seeking a vocational </a:t>
            </a:r>
            <a:r>
              <a:rPr lang="en-US" sz="2000" b="1" kern="1200" noProof="0">
                <a:solidFill>
                  <a:schemeClr val="bg1"/>
                </a:solidFill>
              </a:rPr>
              <a:t>training place</a:t>
            </a:r>
            <a:br>
              <a:rPr lang="en-US" sz="2000" b="1" kern="1200" noProof="0">
                <a:solidFill>
                  <a:schemeClr val="bg1"/>
                </a:solidFill>
              </a:rPr>
            </a:br>
            <a:r>
              <a:rPr lang="en-US" sz="2000" b="1" kern="1200" noProof="0">
                <a:solidFill>
                  <a:schemeClr val="bg1"/>
                </a:solidFill>
              </a:rPr>
              <a:t>(dual VET)</a:t>
            </a:r>
            <a:endParaRPr lang="en-US" sz="2000" b="1" kern="1200" noProof="0" dirty="0">
              <a:solidFill>
                <a:schemeClr val="bg1"/>
              </a:solidFill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b="1" kern="1200" noProof="0" dirty="0"/>
          </a:p>
        </p:txBody>
      </p:sp>
    </p:spTree>
    <p:extLst>
      <p:ext uri="{BB962C8B-B14F-4D97-AF65-F5344CB8AC3E}">
        <p14:creationId xmlns:p14="http://schemas.microsoft.com/office/powerpoint/2010/main" val="114901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a vocational training place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3169347" y="1679846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022146-D403-D4FF-8F88-47ADE0FE4C99}"/>
              </a:ext>
            </a:extLst>
          </p:cNvPr>
          <p:cNvSpPr txBox="1"/>
          <p:nvPr/>
        </p:nvSpPr>
        <p:spPr>
          <a:xfrm>
            <a:off x="172842" y="3494640"/>
            <a:ext cx="9809254" cy="299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i="0" u="none" strike="noStrike" baseline="0" dirty="0"/>
              <a:t>Book an appointment at the </a:t>
            </a:r>
            <a:r>
              <a:rPr lang="de-DE" sz="1400" b="1" i="0" u="none" strike="noStrike" baseline="0" dirty="0"/>
              <a:t>German </a:t>
            </a:r>
            <a:r>
              <a:rPr lang="en-US" sz="1400" b="1" i="0" u="none" strike="noStrike" baseline="0" dirty="0"/>
              <a:t>Embassy</a:t>
            </a:r>
            <a:r>
              <a:rPr lang="de-DE" sz="1400" b="1" i="0" u="none" strike="noStrike" baseline="0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required documents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Check the waiting times and the required documents on the Embassy’s website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the visa in </a:t>
            </a:r>
            <a:r>
              <a:rPr lang="de-DE" sz="1400" b="1" dirty="0" err="1"/>
              <a:t>Uzbekistan</a:t>
            </a:r>
            <a:r>
              <a:rPr lang="de-DE" sz="1400" b="1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Bring the documents in their entirety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Fee: €75 (in local currency)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Inform yourself of possible waiting times on the competent Embassy’s </a:t>
            </a:r>
            <a:r>
              <a:rPr lang="de-DE" sz="1400" dirty="0" err="1"/>
              <a:t>website</a:t>
            </a:r>
            <a:endParaRPr lang="en-US" sz="1400" dirty="0"/>
          </a:p>
          <a:p>
            <a:pPr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</a:pPr>
            <a:endParaRPr lang="en-US" sz="1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CA5A5E9-B14A-4330-AC3A-2048E6234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63525"/>
            <a:ext cx="9169400" cy="823913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- 2</a:t>
            </a:r>
          </a:p>
        </p:txBody>
      </p:sp>
    </p:spTree>
    <p:extLst>
      <p:ext uri="{BB962C8B-B14F-4D97-AF65-F5344CB8AC3E}">
        <p14:creationId xmlns:p14="http://schemas.microsoft.com/office/powerpoint/2010/main" val="1560193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a vocational training place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5912019" y="1693222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D0F1E2-14D8-7826-44FF-84A1251FA102}"/>
              </a:ext>
            </a:extLst>
          </p:cNvPr>
          <p:cNvSpPr txBox="1"/>
          <p:nvPr/>
        </p:nvSpPr>
        <p:spPr>
          <a:xfrm>
            <a:off x="172842" y="3349983"/>
            <a:ext cx="9869544" cy="3386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Entry to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Receive entry visa (health insurance required)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flight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residence title in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Register your home address in Germany at the Residents' Registration Office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an appointment at the foreigners’ authority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listed required documents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Apply for the residence title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Fees may add up to €100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application must be submitted before the entry visa expires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EF6E65-3763-4A8B-8990-CCE42B0A0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- 3</a:t>
            </a:r>
          </a:p>
        </p:txBody>
      </p:sp>
    </p:spTree>
    <p:extLst>
      <p:ext uri="{BB962C8B-B14F-4D97-AF65-F5344CB8AC3E}">
        <p14:creationId xmlns:p14="http://schemas.microsoft.com/office/powerpoint/2010/main" val="22637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a vocational training place</a:t>
              </a:r>
              <a:endParaRPr lang="en-US" sz="1400" b="1" kern="1200" noProof="0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8594227" y="1704575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534CC7-6308-042F-B866-14A60185180E}"/>
              </a:ext>
            </a:extLst>
          </p:cNvPr>
          <p:cNvSpPr txBox="1"/>
          <p:nvPr/>
        </p:nvSpPr>
        <p:spPr>
          <a:xfrm>
            <a:off x="172842" y="3512444"/>
            <a:ext cx="98293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Type of residence title: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After successfully finding a vocational training place: switch to residence title for the purpose of vocational training (Section 16a of the Residence Act [</a:t>
            </a:r>
            <a:r>
              <a:rPr lang="en-US" sz="1400" dirty="0" err="1"/>
              <a:t>AufenthG</a:t>
            </a:r>
            <a:r>
              <a:rPr lang="en-US" sz="1400" dirty="0"/>
              <a:t>])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1722CE6-6563-479E-8E64-22E99DA6F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>
            <a:normAutofit fontScale="90000"/>
          </a:bodyPr>
          <a:lstStyle/>
          <a:p>
            <a:r>
              <a:rPr lang="en-US" dirty="0"/>
              <a:t>Your path to the German education system - 4</a:t>
            </a:r>
          </a:p>
        </p:txBody>
      </p:sp>
    </p:spTree>
    <p:extLst>
      <p:ext uri="{BB962C8B-B14F-4D97-AF65-F5344CB8AC3E}">
        <p14:creationId xmlns:p14="http://schemas.microsoft.com/office/powerpoint/2010/main" val="134616388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2E9B9202-51C5-4F44-8238-BC9CCD9FB1F8}"/>
    </a:ext>
  </a:extLst>
</a:theme>
</file>

<file path=ppt/theme/theme2.xml><?xml version="1.0" encoding="utf-8"?>
<a:theme xmlns:a="http://schemas.openxmlformats.org/drawingml/2006/main" name="Main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3D01CA68-CE22-4ECD-99B2-D5E3E06F9332}"/>
    </a:ext>
  </a:extLst>
</a:theme>
</file>

<file path=ppt/theme/theme3.xml><?xml version="1.0" encoding="utf-8"?>
<a:theme xmlns:a="http://schemas.openxmlformats.org/drawingml/2006/main" name="Chapter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180F7677-7F0F-49E4-B2D9-0D788C4AB7A0}"/>
    </a:ext>
  </a:extLst>
</a:theme>
</file>

<file path=ppt/theme/theme4.xml><?xml version="1.0" encoding="utf-8"?>
<a:theme xmlns:a="http://schemas.openxmlformats.org/drawingml/2006/main" name="TOC and ABB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D5AFB181-7998-4D6C-93CA-B5924E3300D8}"/>
    </a:ext>
  </a:extLst>
</a:theme>
</file>

<file path=ppt/theme/theme5.xml><?xml version="1.0" encoding="utf-8"?>
<a:theme xmlns:a="http://schemas.openxmlformats.org/drawingml/2006/main" name="Highlight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5545AE8F-3A2D-4BE0-B941-44ED64054E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EF06B06D17ADD45BC48B4C0B7D76816" ma:contentTypeVersion="18" ma:contentTypeDescription="Ein neues Dokument erstellen." ma:contentTypeScope="" ma:versionID="257d03138aacfb0a3ad334d56e3f5656">
  <xsd:schema xmlns:xsd="http://www.w3.org/2001/XMLSchema" xmlns:xs="http://www.w3.org/2001/XMLSchema" xmlns:p="http://schemas.microsoft.com/office/2006/metadata/properties" xmlns:ns2="69c60461-25ce-4eb9-9cab-7f7092488520" xmlns:ns3="6b16e606-b534-4731-97fc-80d7caba92cb" targetNamespace="http://schemas.microsoft.com/office/2006/metadata/properties" ma:root="true" ma:fieldsID="7e7da7e7768e06268d448277c7f6ace3" ns2:_="" ns3:_="">
    <xsd:import namespace="69c60461-25ce-4eb9-9cab-7f7092488520"/>
    <xsd:import namespace="6b16e606-b534-4731-97fc-80d7caba92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Details" minOccurs="0"/>
                <xsd:element ref="ns3:SharedWithUser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c60461-25ce-4eb9-9cab-7f7092488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1a885938-e8b6-4ee9-9e6f-98c32c3fb0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6e606-b534-4731-97fc-80d7caba92cb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23" nillable="true" ma:displayName="Taxonomy Catch All Column" ma:hidden="true" ma:list="{9524e73a-9fea-46f4-976c-6417f1bd0258}" ma:internalName="TaxCatchAll" ma:showField="CatchAllData" ma:web="6b16e606-b534-4731-97fc-80d7caba92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16e606-b534-4731-97fc-80d7caba92cb" xsi:nil="true"/>
    <lcf76f155ced4ddcb4097134ff3c332f xmlns="69c60461-25ce-4eb9-9cab-7f709248852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56515A-7096-496F-9E59-B17E7F651FBB}"/>
</file>

<file path=customXml/itemProps2.xml><?xml version="1.0" encoding="utf-8"?>
<ds:datastoreItem xmlns:ds="http://schemas.openxmlformats.org/officeDocument/2006/customXml" ds:itemID="{844476C9-9A1A-4687-8C12-1CD3388696BB}">
  <ds:schemaRefs>
    <ds:schemaRef ds:uri="http://schemas.microsoft.com/office/2006/metadata/properties"/>
    <ds:schemaRef ds:uri="http://schemas.microsoft.com/office/infopath/2007/PartnerControls"/>
    <ds:schemaRef ds:uri="6b16e606-b534-4731-97fc-80d7caba92cb"/>
    <ds:schemaRef ds:uri="69c60461-25ce-4eb9-9cab-7f7092488520"/>
  </ds:schemaRefs>
</ds:datastoreItem>
</file>

<file path=customXml/itemProps3.xml><?xml version="1.0" encoding="utf-8"?>
<ds:datastoreItem xmlns:ds="http://schemas.openxmlformats.org/officeDocument/2006/customXml" ds:itemID="{EB9CBE23-72D3-4A01-93C6-DC703781B3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 Master</Template>
  <TotalTime>0</TotalTime>
  <Words>1085</Words>
  <Application>Microsoft Office PowerPoint</Application>
  <PresentationFormat>Breitbild</PresentationFormat>
  <Paragraphs>199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15</vt:i4>
      </vt:variant>
    </vt:vector>
  </HeadingPairs>
  <TitlesOfParts>
    <vt:vector size="24" baseType="lpstr">
      <vt:lpstr>Arial</vt:lpstr>
      <vt:lpstr>Calibri</vt:lpstr>
      <vt:lpstr>Neue Haas Grotesk Text Pro</vt:lpstr>
      <vt:lpstr>Wingdings</vt:lpstr>
      <vt:lpstr>Cover Master</vt:lpstr>
      <vt:lpstr>Main Master</vt:lpstr>
      <vt:lpstr>Chapter Master</vt:lpstr>
      <vt:lpstr>TOC and ABB</vt:lpstr>
      <vt:lpstr>Highlight</vt:lpstr>
      <vt:lpstr>Your path to the German education system</vt:lpstr>
      <vt:lpstr>Your path to the German education system - 1</vt:lpstr>
      <vt:lpstr>Your path to the German education system - 2</vt:lpstr>
      <vt:lpstr>Your path to the German education system - 3</vt:lpstr>
      <vt:lpstr>Your path to the German education system - 4</vt:lpstr>
      <vt:lpstr>Your path to the German education system</vt:lpstr>
      <vt:lpstr>Your path to the German education system - 1</vt:lpstr>
      <vt:lpstr>Your path to the German education system - 2</vt:lpstr>
      <vt:lpstr>Your path to the German education system - 3</vt:lpstr>
      <vt:lpstr>Your path to the German education system - 4</vt:lpstr>
      <vt:lpstr>Your path to the German education system</vt:lpstr>
      <vt:lpstr>Your path to the German education system - 1</vt:lpstr>
      <vt:lpstr>Your path to the German education system - 2</vt:lpstr>
      <vt:lpstr>Your path to the German education system - 3</vt:lpstr>
      <vt:lpstr>Your path to the German education system - 4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Thea Sip</dc:creator>
  <cp:lastModifiedBy>Bianca Dr. Jaenecke</cp:lastModifiedBy>
  <cp:revision>45</cp:revision>
  <dcterms:created xsi:type="dcterms:W3CDTF">2023-11-28T14:17:26Z</dcterms:created>
  <dcterms:modified xsi:type="dcterms:W3CDTF">2024-08-01T05:14:48Z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0x0101009EF06B06D17ADD45BC48B4C0B7D76816</vt:lpwstr>
  </property>
</Properties>
</file>