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4"/>
    <p:sldMasterId id="2147483761" r:id="rId5"/>
    <p:sldMasterId id="2147483773" r:id="rId6"/>
    <p:sldMasterId id="2147483778" r:id="rId7"/>
    <p:sldMasterId id="2147483797" r:id="rId8"/>
  </p:sldMasterIdLst>
  <p:notesMasterIdLst>
    <p:notesMasterId r:id="rId19"/>
  </p:notesMasterIdLst>
  <p:sldIdLst>
    <p:sldId id="1021" r:id="rId9"/>
    <p:sldId id="1022" r:id="rId10"/>
    <p:sldId id="1024" r:id="rId11"/>
    <p:sldId id="1025" r:id="rId12"/>
    <p:sldId id="1026" r:id="rId13"/>
    <p:sldId id="1027" r:id="rId14"/>
    <p:sldId id="1028" r:id="rId15"/>
    <p:sldId id="1029" r:id="rId16"/>
    <p:sldId id="1030" r:id="rId17"/>
    <p:sldId id="103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BA0"/>
    <a:srgbClr val="CDF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743AFF-C3C5-4C52-B0DF-564FFB059258}" v="145" dt="2024-07-29T07:05:36.2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79" autoAdjust="0"/>
    <p:restoredTop sz="95097" autoAdjust="0"/>
  </p:normalViewPr>
  <p:slideViewPr>
    <p:cSldViewPr snapToGrid="0" showGuides="1">
      <p:cViewPr>
        <p:scale>
          <a:sx n="66" d="100"/>
          <a:sy n="66" d="100"/>
        </p:scale>
        <p:origin x="906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yyona Abdurashidova" userId="f23d11b5cc037f9c" providerId="LiveId" clId="{5EA8A9A6-785E-4DCB-9567-100818F146A7}"/>
    <pc:docChg chg="undo custSel addSld delSld modSld sldOrd">
      <pc:chgData name="Rayyona Abdurashidova" userId="f23d11b5cc037f9c" providerId="LiveId" clId="{5EA8A9A6-785E-4DCB-9567-100818F146A7}" dt="2024-07-29T12:00:46.772" v="144" actId="20577"/>
      <pc:docMkLst>
        <pc:docMk/>
      </pc:docMkLst>
      <pc:sldChg chg="del">
        <pc:chgData name="Rayyona Abdurashidova" userId="f23d11b5cc037f9c" providerId="LiveId" clId="{5EA8A9A6-785E-4DCB-9567-100818F146A7}" dt="2024-07-29T11:51:24.814" v="3" actId="47"/>
        <pc:sldMkLst>
          <pc:docMk/>
          <pc:sldMk cId="1796130988" sldId="1020"/>
        </pc:sldMkLst>
      </pc:sldChg>
      <pc:sldChg chg="modSp mod">
        <pc:chgData name="Rayyona Abdurashidova" userId="f23d11b5cc037f9c" providerId="LiveId" clId="{5EA8A9A6-785E-4DCB-9567-100818F146A7}" dt="2024-07-29T11:56:26.854" v="118" actId="1076"/>
        <pc:sldMkLst>
          <pc:docMk/>
          <pc:sldMk cId="645712964" sldId="1025"/>
        </pc:sldMkLst>
        <pc:spChg chg="mod">
          <ac:chgData name="Rayyona Abdurashidova" userId="f23d11b5cc037f9c" providerId="LiveId" clId="{5EA8A9A6-785E-4DCB-9567-100818F146A7}" dt="2024-07-29T11:56:26.854" v="118" actId="1076"/>
          <ac:spMkLst>
            <pc:docMk/>
            <pc:sldMk cId="645712964" sldId="1025"/>
            <ac:spMk id="6" creationId="{71D0F1E2-14D8-7826-44FF-84A1251FA102}"/>
          </ac:spMkLst>
        </pc:spChg>
      </pc:sldChg>
      <pc:sldChg chg="modSp add mod ord">
        <pc:chgData name="Rayyona Abdurashidova" userId="f23d11b5cc037f9c" providerId="LiveId" clId="{5EA8A9A6-785E-4DCB-9567-100818F146A7}" dt="2024-07-29T11:52:21.014" v="58" actId="20577"/>
        <pc:sldMkLst>
          <pc:docMk/>
          <pc:sldMk cId="1370112412" sldId="1027"/>
        </pc:sldMkLst>
        <pc:spChg chg="mod">
          <ac:chgData name="Rayyona Abdurashidova" userId="f23d11b5cc037f9c" providerId="LiveId" clId="{5EA8A9A6-785E-4DCB-9567-100818F146A7}" dt="2024-07-29T11:52:21.014" v="58" actId="20577"/>
          <ac:spMkLst>
            <pc:docMk/>
            <pc:sldMk cId="1370112412" sldId="1027"/>
            <ac:spMk id="10" creationId="{2D13D370-359E-124E-3795-A1609112F637}"/>
          </ac:spMkLst>
        </pc:spChg>
      </pc:sldChg>
      <pc:sldChg chg="modSp add mod ord">
        <pc:chgData name="Rayyona Abdurashidova" userId="f23d11b5cc037f9c" providerId="LiveId" clId="{5EA8A9A6-785E-4DCB-9567-100818F146A7}" dt="2024-07-29T12:00:33.087" v="140" actId="20577"/>
        <pc:sldMkLst>
          <pc:docMk/>
          <pc:sldMk cId="2421235491" sldId="1028"/>
        </pc:sldMkLst>
        <pc:spChg chg="mod">
          <ac:chgData name="Rayyona Abdurashidova" userId="f23d11b5cc037f9c" providerId="LiveId" clId="{5EA8A9A6-785E-4DCB-9567-100818F146A7}" dt="2024-07-29T12:00:33.087" v="140" actId="20577"/>
          <ac:spMkLst>
            <pc:docMk/>
            <pc:sldMk cId="2421235491" sldId="1028"/>
            <ac:spMk id="6" creationId="{24DCBFE0-7B4D-0791-7470-FF921AEBBE12}"/>
          </ac:spMkLst>
        </pc:spChg>
        <pc:spChg chg="mod">
          <ac:chgData name="Rayyona Abdurashidova" userId="f23d11b5cc037f9c" providerId="LiveId" clId="{5EA8A9A6-785E-4DCB-9567-100818F146A7}" dt="2024-07-29T11:53:39.666" v="98" actId="20577"/>
          <ac:spMkLst>
            <pc:docMk/>
            <pc:sldMk cId="2421235491" sldId="1028"/>
            <ac:spMk id="10" creationId="{2D13D370-359E-124E-3795-A1609112F637}"/>
          </ac:spMkLst>
        </pc:spChg>
      </pc:sldChg>
      <pc:sldChg chg="modSp add mod ord">
        <pc:chgData name="Rayyona Abdurashidova" userId="f23d11b5cc037f9c" providerId="LiveId" clId="{5EA8A9A6-785E-4DCB-9567-100818F146A7}" dt="2024-07-29T12:00:46.772" v="144" actId="20577"/>
        <pc:sldMkLst>
          <pc:docMk/>
          <pc:sldMk cId="1960437478" sldId="1029"/>
        </pc:sldMkLst>
        <pc:spChg chg="mod">
          <ac:chgData name="Rayyona Abdurashidova" userId="f23d11b5cc037f9c" providerId="LiveId" clId="{5EA8A9A6-785E-4DCB-9567-100818F146A7}" dt="2024-07-29T12:00:46.772" v="144" actId="20577"/>
          <ac:spMkLst>
            <pc:docMk/>
            <pc:sldMk cId="1960437478" sldId="1029"/>
            <ac:spMk id="7" creationId="{15022146-D403-D4FF-8F88-47ADE0FE4C99}"/>
          </ac:spMkLst>
        </pc:spChg>
      </pc:sldChg>
      <pc:sldChg chg="add ord">
        <pc:chgData name="Rayyona Abdurashidova" userId="f23d11b5cc037f9c" providerId="LiveId" clId="{5EA8A9A6-785E-4DCB-9567-100818F146A7}" dt="2024-07-29T11:57:51.185" v="129"/>
        <pc:sldMkLst>
          <pc:docMk/>
          <pc:sldMk cId="2995541148" sldId="1030"/>
        </pc:sldMkLst>
      </pc:sldChg>
      <pc:sldChg chg="modSp add mod ord">
        <pc:chgData name="Rayyona Abdurashidova" userId="f23d11b5cc037f9c" providerId="LiveId" clId="{5EA8A9A6-785E-4DCB-9567-100818F146A7}" dt="2024-07-29T11:59:15.999" v="137" actId="12"/>
        <pc:sldMkLst>
          <pc:docMk/>
          <pc:sldMk cId="3290625891" sldId="1031"/>
        </pc:sldMkLst>
        <pc:spChg chg="mod">
          <ac:chgData name="Rayyona Abdurashidova" userId="f23d11b5cc037f9c" providerId="LiveId" clId="{5EA8A9A6-785E-4DCB-9567-100818F146A7}" dt="2024-07-29T11:59:15.999" v="137" actId="12"/>
          <ac:spMkLst>
            <pc:docMk/>
            <pc:sldMk cId="3290625891" sldId="1031"/>
            <ac:spMk id="7" creationId="{EE534CC7-6308-042F-B866-14A60185180E}"/>
          </ac:spMkLst>
        </pc:spChg>
      </pc:sldChg>
    </pc:docChg>
  </pc:docChgLst>
  <pc:docChgLst>
    <pc:chgData name="Bianca Dr. Jaenecke" userId="81b82edeffc0aba1" providerId="LiveId" clId="{97743AFF-C3C5-4C52-B0DF-564FFB059258}"/>
    <pc:docChg chg="undo custSel addSld delSld modSld">
      <pc:chgData name="Bianca Dr. Jaenecke" userId="81b82edeffc0aba1" providerId="LiveId" clId="{97743AFF-C3C5-4C52-B0DF-564FFB059258}" dt="2024-07-29T07:07:08.148" v="759" actId="20577"/>
      <pc:docMkLst>
        <pc:docMk/>
      </pc:docMkLst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2859779910" sldId="257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946604263" sldId="259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1975130463" sldId="263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1290616870" sldId="392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1641697652" sldId="394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4081305115" sldId="395"/>
        </pc:sldMkLst>
      </pc:sldChg>
      <pc:sldChg chg="del">
        <pc:chgData name="Bianca Dr. Jaenecke" userId="81b82edeffc0aba1" providerId="LiveId" clId="{97743AFF-C3C5-4C52-B0DF-564FFB059258}" dt="2024-07-29T06:13:34.479" v="2" actId="47"/>
        <pc:sldMkLst>
          <pc:docMk/>
          <pc:sldMk cId="3585054658" sldId="396"/>
        </pc:sldMkLst>
      </pc:sldChg>
      <pc:sldChg chg="del">
        <pc:chgData name="Bianca Dr. Jaenecke" userId="81b82edeffc0aba1" providerId="LiveId" clId="{97743AFF-C3C5-4C52-B0DF-564FFB059258}" dt="2024-07-29T06:13:34.479" v="2" actId="47"/>
        <pc:sldMkLst>
          <pc:docMk/>
          <pc:sldMk cId="455337876" sldId="397"/>
        </pc:sldMkLst>
      </pc:sldChg>
      <pc:sldChg chg="del">
        <pc:chgData name="Bianca Dr. Jaenecke" userId="81b82edeffc0aba1" providerId="LiveId" clId="{97743AFF-C3C5-4C52-B0DF-564FFB059258}" dt="2024-07-29T06:13:29.790" v="1" actId="47"/>
        <pc:sldMkLst>
          <pc:docMk/>
          <pc:sldMk cId="3924638261" sldId="406"/>
        </pc:sldMkLst>
      </pc:sldChg>
      <pc:sldChg chg="del">
        <pc:chgData name="Bianca Dr. Jaenecke" userId="81b82edeffc0aba1" providerId="LiveId" clId="{97743AFF-C3C5-4C52-B0DF-564FFB059258}" dt="2024-07-29T06:13:29.790" v="1" actId="47"/>
        <pc:sldMkLst>
          <pc:docMk/>
          <pc:sldMk cId="106715499" sldId="735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964854012" sldId="930"/>
        </pc:sldMkLst>
      </pc:sldChg>
      <pc:sldChg chg="del">
        <pc:chgData name="Bianca Dr. Jaenecke" userId="81b82edeffc0aba1" providerId="LiveId" clId="{97743AFF-C3C5-4C52-B0DF-564FFB059258}" dt="2024-07-29T06:13:38.496" v="3" actId="47"/>
        <pc:sldMkLst>
          <pc:docMk/>
          <pc:sldMk cId="918637683" sldId="956"/>
        </pc:sldMkLst>
      </pc:sldChg>
      <pc:sldChg chg="del">
        <pc:chgData name="Bianca Dr. Jaenecke" userId="81b82edeffc0aba1" providerId="LiveId" clId="{97743AFF-C3C5-4C52-B0DF-564FFB059258}" dt="2024-07-29T06:13:38.496" v="3" actId="47"/>
        <pc:sldMkLst>
          <pc:docMk/>
          <pc:sldMk cId="1534652909" sldId="957"/>
        </pc:sldMkLst>
      </pc:sldChg>
      <pc:sldChg chg="del">
        <pc:chgData name="Bianca Dr. Jaenecke" userId="81b82edeffc0aba1" providerId="LiveId" clId="{97743AFF-C3C5-4C52-B0DF-564FFB059258}" dt="2024-07-29T06:13:41.797" v="4" actId="47"/>
        <pc:sldMkLst>
          <pc:docMk/>
          <pc:sldMk cId="2711820532" sldId="960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1926235543" sldId="964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371709937" sldId="986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1970106548" sldId="995"/>
        </pc:sldMkLst>
      </pc:sldChg>
      <pc:sldChg chg="del">
        <pc:chgData name="Bianca Dr. Jaenecke" userId="81b82edeffc0aba1" providerId="LiveId" clId="{97743AFF-C3C5-4C52-B0DF-564FFB059258}" dt="2024-07-29T06:13:41.797" v="4" actId="47"/>
        <pc:sldMkLst>
          <pc:docMk/>
          <pc:sldMk cId="1539043401" sldId="1014"/>
        </pc:sldMkLst>
      </pc:sldChg>
      <pc:sldChg chg="addSp delSp modSp mod">
        <pc:chgData name="Bianca Dr. Jaenecke" userId="81b82edeffc0aba1" providerId="LiveId" clId="{97743AFF-C3C5-4C52-B0DF-564FFB059258}" dt="2024-07-29T06:55:55.449" v="669" actId="1076"/>
        <pc:sldMkLst>
          <pc:docMk/>
          <pc:sldMk cId="1796130988" sldId="1020"/>
        </pc:sldMkLst>
        <pc:spChg chg="mod">
          <ac:chgData name="Bianca Dr. Jaenecke" userId="81b82edeffc0aba1" providerId="LiveId" clId="{97743AFF-C3C5-4C52-B0DF-564FFB059258}" dt="2024-07-29T06:17:54.159" v="148" actId="1076"/>
          <ac:spMkLst>
            <pc:docMk/>
            <pc:sldMk cId="1796130988" sldId="1020"/>
            <ac:spMk id="2" creationId="{27494365-8E8E-8395-9C88-9FDEE5171A43}"/>
          </ac:spMkLst>
        </pc:spChg>
        <pc:spChg chg="mod">
          <ac:chgData name="Bianca Dr. Jaenecke" userId="81b82edeffc0aba1" providerId="LiveId" clId="{97743AFF-C3C5-4C52-B0DF-564FFB059258}" dt="2024-07-29T06:30:44.754" v="369" actId="1076"/>
          <ac:spMkLst>
            <pc:docMk/>
            <pc:sldMk cId="1796130988" sldId="1020"/>
            <ac:spMk id="5" creationId="{47601941-24A6-A0C1-EAD0-3BC4C1F35BFC}"/>
          </ac:spMkLst>
        </pc:spChg>
        <pc:spChg chg="mod">
          <ac:chgData name="Bianca Dr. Jaenecke" userId="81b82edeffc0aba1" providerId="LiveId" clId="{97743AFF-C3C5-4C52-B0DF-564FFB059258}" dt="2024-07-29T06:55:55.449" v="669" actId="1076"/>
          <ac:spMkLst>
            <pc:docMk/>
            <pc:sldMk cId="1796130988" sldId="1020"/>
            <ac:spMk id="6" creationId="{24DCBFE0-7B4D-0791-7470-FF921AEBBE12}"/>
          </ac:spMkLst>
        </pc:spChg>
        <pc:spChg chg="del">
          <ac:chgData name="Bianca Dr. Jaenecke" userId="81b82edeffc0aba1" providerId="LiveId" clId="{97743AFF-C3C5-4C52-B0DF-564FFB059258}" dt="2024-07-29T06:17:57.208" v="149" actId="478"/>
          <ac:spMkLst>
            <pc:docMk/>
            <pc:sldMk cId="1796130988" sldId="1020"/>
            <ac:spMk id="7" creationId="{5668486A-8605-0A71-0F73-03D86F803A57}"/>
          </ac:spMkLst>
        </pc:spChg>
        <pc:spChg chg="add mod">
          <ac:chgData name="Bianca Dr. Jaenecke" userId="81b82edeffc0aba1" providerId="LiveId" clId="{97743AFF-C3C5-4C52-B0DF-564FFB059258}" dt="2024-07-29T06:16:17.039" v="110"/>
          <ac:spMkLst>
            <pc:docMk/>
            <pc:sldMk cId="1796130988" sldId="1020"/>
            <ac:spMk id="9" creationId="{68DC9C64-DC47-EE3F-5282-E97B2DC0CB67}"/>
          </ac:spMkLst>
        </pc:spChg>
        <pc:spChg chg="add mod">
          <ac:chgData name="Bianca Dr. Jaenecke" userId="81b82edeffc0aba1" providerId="LiveId" clId="{97743AFF-C3C5-4C52-B0DF-564FFB059258}" dt="2024-07-29T06:48:23.075" v="565" actId="20577"/>
          <ac:spMkLst>
            <pc:docMk/>
            <pc:sldMk cId="1796130988" sldId="1020"/>
            <ac:spMk id="10" creationId="{2D13D370-359E-124E-3795-A1609112F637}"/>
          </ac:spMkLst>
        </pc:spChg>
        <pc:spChg chg="add mod">
          <ac:chgData name="Bianca Dr. Jaenecke" userId="81b82edeffc0aba1" providerId="LiveId" clId="{97743AFF-C3C5-4C52-B0DF-564FFB059258}" dt="2024-07-29T06:16:50.277" v="116"/>
          <ac:spMkLst>
            <pc:docMk/>
            <pc:sldMk cId="1796130988" sldId="1020"/>
            <ac:spMk id="12" creationId="{6C8D0A13-6DC4-535C-D881-35165D8B507A}"/>
          </ac:spMkLst>
        </pc:spChg>
        <pc:spChg chg="add mod">
          <ac:chgData name="Bianca Dr. Jaenecke" userId="81b82edeffc0aba1" providerId="LiveId" clId="{97743AFF-C3C5-4C52-B0DF-564FFB059258}" dt="2024-07-29T06:19:54.265" v="217" actId="20577"/>
          <ac:spMkLst>
            <pc:docMk/>
            <pc:sldMk cId="1796130988" sldId="1020"/>
            <ac:spMk id="13" creationId="{D8C70BCC-D4F4-2CEA-F496-72F0F959C984}"/>
          </ac:spMkLst>
        </pc:spChg>
        <pc:spChg chg="add mod">
          <ac:chgData name="Bianca Dr. Jaenecke" userId="81b82edeffc0aba1" providerId="LiveId" clId="{97743AFF-C3C5-4C52-B0DF-564FFB059258}" dt="2024-07-29T06:17:05.287" v="119"/>
          <ac:spMkLst>
            <pc:docMk/>
            <pc:sldMk cId="1796130988" sldId="1020"/>
            <ac:spMk id="15" creationId="{2CFBAF33-B436-BA01-B7E5-01403FCA4CB5}"/>
          </ac:spMkLst>
        </pc:spChg>
        <pc:spChg chg="add mod">
          <ac:chgData name="Bianca Dr. Jaenecke" userId="81b82edeffc0aba1" providerId="LiveId" clId="{97743AFF-C3C5-4C52-B0DF-564FFB059258}" dt="2024-07-29T06:22:59.307" v="263" actId="20577"/>
          <ac:spMkLst>
            <pc:docMk/>
            <pc:sldMk cId="1796130988" sldId="1020"/>
            <ac:spMk id="16" creationId="{788EA5E0-1604-C699-F807-28CDCEA4D667}"/>
          </ac:spMkLst>
        </pc:spChg>
        <pc:spChg chg="add mod">
          <ac:chgData name="Bianca Dr. Jaenecke" userId="81b82edeffc0aba1" providerId="LiveId" clId="{97743AFF-C3C5-4C52-B0DF-564FFB059258}" dt="2024-07-29T06:49:01.543" v="571" actId="1076"/>
          <ac:spMkLst>
            <pc:docMk/>
            <pc:sldMk cId="1796130988" sldId="1020"/>
            <ac:spMk id="17" creationId="{57F84EA7-F402-9346-6F05-ADF0BBE96044}"/>
          </ac:spMkLst>
        </pc:spChg>
        <pc:spChg chg="add mod">
          <ac:chgData name="Bianca Dr. Jaenecke" userId="81b82edeffc0aba1" providerId="LiveId" clId="{97743AFF-C3C5-4C52-B0DF-564FFB059258}" dt="2024-07-29T06:49:37.924" v="572" actId="1076"/>
          <ac:spMkLst>
            <pc:docMk/>
            <pc:sldMk cId="1796130988" sldId="1020"/>
            <ac:spMk id="18" creationId="{590A4C09-675B-AC89-301F-0388A15938E5}"/>
          </ac:spMkLst>
        </pc:spChg>
        <pc:spChg chg="add mod">
          <ac:chgData name="Bianca Dr. Jaenecke" userId="81b82edeffc0aba1" providerId="LiveId" clId="{97743AFF-C3C5-4C52-B0DF-564FFB059258}" dt="2024-07-29T06:50:16.031" v="601" actId="1076"/>
          <ac:spMkLst>
            <pc:docMk/>
            <pc:sldMk cId="1796130988" sldId="1020"/>
            <ac:spMk id="19" creationId="{3D1A1959-446A-4E2B-603F-1907BA20A001}"/>
          </ac:spMkLst>
        </pc:spChg>
        <pc:spChg chg="del">
          <ac:chgData name="Bianca Dr. Jaenecke" userId="81b82edeffc0aba1" providerId="LiveId" clId="{97743AFF-C3C5-4C52-B0DF-564FFB059258}" dt="2024-07-29T06:18:04.099" v="150" actId="478"/>
          <ac:spMkLst>
            <pc:docMk/>
            <pc:sldMk cId="1796130988" sldId="1020"/>
            <ac:spMk id="28" creationId="{1D0D5C18-E2D1-2E68-86D5-B0E1B7B8B975}"/>
          </ac:spMkLst>
        </pc:spChg>
        <pc:spChg chg="del">
          <ac:chgData name="Bianca Dr. Jaenecke" userId="81b82edeffc0aba1" providerId="LiveId" clId="{97743AFF-C3C5-4C52-B0DF-564FFB059258}" dt="2024-07-29T06:18:10.499" v="151" actId="478"/>
          <ac:spMkLst>
            <pc:docMk/>
            <pc:sldMk cId="1796130988" sldId="1020"/>
            <ac:spMk id="29" creationId="{4ADB9999-10C4-2C49-CCCB-A52203AF4CAC}"/>
          </ac:spMkLst>
        </pc:spChg>
        <pc:grpChg chg="add mod">
          <ac:chgData name="Bianca Dr. Jaenecke" userId="81b82edeffc0aba1" providerId="LiveId" clId="{97743AFF-C3C5-4C52-B0DF-564FFB059258}" dt="2024-07-29T06:47:47.631" v="549" actId="1076"/>
          <ac:grpSpMkLst>
            <pc:docMk/>
            <pc:sldMk cId="1796130988" sldId="1020"/>
            <ac:grpSpMk id="8" creationId="{06E91DFC-2D58-88E1-6FB5-2BBDF3AF3382}"/>
          </ac:grpSpMkLst>
        </pc:grpChg>
        <pc:grpChg chg="add mod">
          <ac:chgData name="Bianca Dr. Jaenecke" userId="81b82edeffc0aba1" providerId="LiveId" clId="{97743AFF-C3C5-4C52-B0DF-564FFB059258}" dt="2024-07-29T06:48:42.877" v="568" actId="1076"/>
          <ac:grpSpMkLst>
            <pc:docMk/>
            <pc:sldMk cId="1796130988" sldId="1020"/>
            <ac:grpSpMk id="11" creationId="{562862A4-43D2-B164-CB78-B2EB103916AA}"/>
          </ac:grpSpMkLst>
        </pc:grpChg>
        <pc:grpChg chg="add mod">
          <ac:chgData name="Bianca Dr. Jaenecke" userId="81b82edeffc0aba1" providerId="LiveId" clId="{97743AFF-C3C5-4C52-B0DF-564FFB059258}" dt="2024-07-29T06:48:47.960" v="569" actId="1076"/>
          <ac:grpSpMkLst>
            <pc:docMk/>
            <pc:sldMk cId="1796130988" sldId="1020"/>
            <ac:grpSpMk id="14" creationId="{16BBAA9A-F3A0-FCD3-F2BA-2C2D51FA60AC}"/>
          </ac:grpSpMkLst>
        </pc:grpChg>
        <pc:graphicFrameChg chg="mod">
          <ac:chgData name="Bianca Dr. Jaenecke" userId="81b82edeffc0aba1" providerId="LiveId" clId="{97743AFF-C3C5-4C52-B0DF-564FFB059258}" dt="2024-07-29T06:55:38.868" v="668"/>
          <ac:graphicFrameMkLst>
            <pc:docMk/>
            <pc:sldMk cId="1796130988" sldId="1020"/>
            <ac:graphicFrameMk id="3" creationId="{2075F7EA-A6AA-D2B5-BB13-4470EBE34282}"/>
          </ac:graphicFrameMkLst>
        </pc:graphicFrameChg>
        <pc:picChg chg="del">
          <ac:chgData name="Bianca Dr. Jaenecke" userId="81b82edeffc0aba1" providerId="LiveId" clId="{97743AFF-C3C5-4C52-B0DF-564FFB059258}" dt="2024-07-29T06:14:24.042" v="42" actId="478"/>
          <ac:picMkLst>
            <pc:docMk/>
            <pc:sldMk cId="1796130988" sldId="1020"/>
            <ac:picMk id="4" creationId="{0243C5F2-9220-6B2E-343D-09E2F2F62F5B}"/>
          </ac:picMkLst>
        </pc:picChg>
        <pc:cxnChg chg="del">
          <ac:chgData name="Bianca Dr. Jaenecke" userId="81b82edeffc0aba1" providerId="LiveId" clId="{97743AFF-C3C5-4C52-B0DF-564FFB059258}" dt="2024-07-29T06:17:47.086" v="147" actId="478"/>
          <ac:cxnSpMkLst>
            <pc:docMk/>
            <pc:sldMk cId="1796130988" sldId="1020"/>
            <ac:cxnSpMk id="31" creationId="{4859A49C-7BD0-FBB7-304C-A104A1CD8CE2}"/>
          </ac:cxnSpMkLst>
        </pc:cxnChg>
      </pc:sldChg>
      <pc:sldChg chg="delSp modSp add mod">
        <pc:chgData name="Bianca Dr. Jaenecke" userId="81b82edeffc0aba1" providerId="LiveId" clId="{97743AFF-C3C5-4C52-B0DF-564FFB059258}" dt="2024-07-29T06:58:16.266" v="687" actId="1076"/>
        <pc:sldMkLst>
          <pc:docMk/>
          <pc:sldMk cId="10983763" sldId="1021"/>
        </pc:sldMkLst>
        <pc:spChg chg="mod">
          <ac:chgData name="Bianca Dr. Jaenecke" userId="81b82edeffc0aba1" providerId="LiveId" clId="{97743AFF-C3C5-4C52-B0DF-564FFB059258}" dt="2024-07-29T06:57:14.539" v="675" actId="1076"/>
          <ac:spMkLst>
            <pc:docMk/>
            <pc:sldMk cId="10983763" sldId="1021"/>
            <ac:spMk id="2" creationId="{27494365-8E8E-8395-9C88-9FDEE5171A43}"/>
          </ac:spMkLst>
        </pc:spChg>
        <pc:spChg chg="del">
          <ac:chgData name="Bianca Dr. Jaenecke" userId="81b82edeffc0aba1" providerId="LiveId" clId="{97743AFF-C3C5-4C52-B0DF-564FFB059258}" dt="2024-07-29T06:56:55.708" v="672" actId="478"/>
          <ac:spMkLst>
            <pc:docMk/>
            <pc:sldMk cId="10983763" sldId="1021"/>
            <ac:spMk id="5" creationId="{47601941-24A6-A0C1-EAD0-3BC4C1F35BFC}"/>
          </ac:spMkLst>
        </pc:spChg>
        <pc:spChg chg="del">
          <ac:chgData name="Bianca Dr. Jaenecke" userId="81b82edeffc0aba1" providerId="LiveId" clId="{97743AFF-C3C5-4C52-B0DF-564FFB059258}" dt="2024-07-29T06:57:00.270" v="673" actId="478"/>
          <ac:spMkLst>
            <pc:docMk/>
            <pc:sldMk cId="10983763" sldId="1021"/>
            <ac:spMk id="6" creationId="{24DCBFE0-7B4D-0791-7470-FF921AEBBE12}"/>
          </ac:spMkLst>
        </pc:spChg>
        <pc:spChg chg="del">
          <ac:chgData name="Bianca Dr. Jaenecke" userId="81b82edeffc0aba1" providerId="LiveId" clId="{97743AFF-C3C5-4C52-B0DF-564FFB059258}" dt="2024-07-29T06:56:55.708" v="672" actId="478"/>
          <ac:spMkLst>
            <pc:docMk/>
            <pc:sldMk cId="10983763" sldId="1021"/>
            <ac:spMk id="17" creationId="{57F84EA7-F402-9346-6F05-ADF0BBE96044}"/>
          </ac:spMkLst>
        </pc:spChg>
        <pc:spChg chg="del">
          <ac:chgData name="Bianca Dr. Jaenecke" userId="81b82edeffc0aba1" providerId="LiveId" clId="{97743AFF-C3C5-4C52-B0DF-564FFB059258}" dt="2024-07-29T06:56:55.708" v="672" actId="478"/>
          <ac:spMkLst>
            <pc:docMk/>
            <pc:sldMk cId="10983763" sldId="1021"/>
            <ac:spMk id="18" creationId="{590A4C09-675B-AC89-301F-0388A15938E5}"/>
          </ac:spMkLst>
        </pc:spChg>
        <pc:spChg chg="del">
          <ac:chgData name="Bianca Dr. Jaenecke" userId="81b82edeffc0aba1" providerId="LiveId" clId="{97743AFF-C3C5-4C52-B0DF-564FFB059258}" dt="2024-07-29T06:56:55.708" v="672" actId="478"/>
          <ac:spMkLst>
            <pc:docMk/>
            <pc:sldMk cId="10983763" sldId="1021"/>
            <ac:spMk id="19" creationId="{3D1A1959-446A-4E2B-603F-1907BA20A001}"/>
          </ac:spMkLst>
        </pc:spChg>
        <pc:grpChg chg="mod">
          <ac:chgData name="Bianca Dr. Jaenecke" userId="81b82edeffc0aba1" providerId="LiveId" clId="{97743AFF-C3C5-4C52-B0DF-564FFB059258}" dt="2024-07-29T06:57:37.277" v="677" actId="1076"/>
          <ac:grpSpMkLst>
            <pc:docMk/>
            <pc:sldMk cId="10983763" sldId="1021"/>
            <ac:grpSpMk id="8" creationId="{06E91DFC-2D58-88E1-6FB5-2BBDF3AF3382}"/>
          </ac:grpSpMkLst>
        </pc:grpChg>
        <pc:grpChg chg="mod">
          <ac:chgData name="Bianca Dr. Jaenecke" userId="81b82edeffc0aba1" providerId="LiveId" clId="{97743AFF-C3C5-4C52-B0DF-564FFB059258}" dt="2024-07-29T06:58:02.058" v="684" actId="14100"/>
          <ac:grpSpMkLst>
            <pc:docMk/>
            <pc:sldMk cId="10983763" sldId="1021"/>
            <ac:grpSpMk id="11" creationId="{562862A4-43D2-B164-CB78-B2EB103916AA}"/>
          </ac:grpSpMkLst>
        </pc:grpChg>
        <pc:grpChg chg="mod">
          <ac:chgData name="Bianca Dr. Jaenecke" userId="81b82edeffc0aba1" providerId="LiveId" clId="{97743AFF-C3C5-4C52-B0DF-564FFB059258}" dt="2024-07-29T06:58:16.266" v="687" actId="1076"/>
          <ac:grpSpMkLst>
            <pc:docMk/>
            <pc:sldMk cId="10983763" sldId="1021"/>
            <ac:grpSpMk id="14" creationId="{16BBAA9A-F3A0-FCD3-F2BA-2C2D51FA60AC}"/>
          </ac:grpSpMkLst>
        </pc:grpChg>
        <pc:graphicFrameChg chg="mod">
          <ac:chgData name="Bianca Dr. Jaenecke" userId="81b82edeffc0aba1" providerId="LiveId" clId="{97743AFF-C3C5-4C52-B0DF-564FFB059258}" dt="2024-07-29T06:58:10.045" v="686"/>
          <ac:graphicFrameMkLst>
            <pc:docMk/>
            <pc:sldMk cId="10983763" sldId="1021"/>
            <ac:graphicFrameMk id="3" creationId="{2075F7EA-A6AA-D2B5-BB13-4470EBE34282}"/>
          </ac:graphicFrameMkLst>
        </pc:graphicFrameChg>
      </pc:sldChg>
      <pc:sldChg chg="addSp delSp modSp add mod">
        <pc:chgData name="Bianca Dr. Jaenecke" userId="81b82edeffc0aba1" providerId="LiveId" clId="{97743AFF-C3C5-4C52-B0DF-564FFB059258}" dt="2024-07-29T07:06:45.663" v="747" actId="20577"/>
        <pc:sldMkLst>
          <pc:docMk/>
          <pc:sldMk cId="2921064948" sldId="1022"/>
        </pc:sldMkLst>
        <pc:spChg chg="mod">
          <ac:chgData name="Bianca Dr. Jaenecke" userId="81b82edeffc0aba1" providerId="LiveId" clId="{97743AFF-C3C5-4C52-B0DF-564FFB059258}" dt="2024-07-29T07:06:45.663" v="747" actId="20577"/>
          <ac:spMkLst>
            <pc:docMk/>
            <pc:sldMk cId="2921064948" sldId="1022"/>
            <ac:spMk id="2" creationId="{27494365-8E8E-8395-9C88-9FDEE5171A43}"/>
          </ac:spMkLst>
        </pc:spChg>
        <pc:spChg chg="add mod">
          <ac:chgData name="Bianca Dr. Jaenecke" userId="81b82edeffc0aba1" providerId="LiveId" clId="{97743AFF-C3C5-4C52-B0DF-564FFB059258}" dt="2024-07-29T07:00:48.505" v="706" actId="14100"/>
          <ac:spMkLst>
            <pc:docMk/>
            <pc:sldMk cId="2921064948" sldId="1022"/>
            <ac:spMk id="4" creationId="{8FFC3C6F-7344-7642-D5FC-00D844901B9F}"/>
          </ac:spMkLst>
        </pc:spChg>
        <pc:spChg chg="mod">
          <ac:chgData name="Bianca Dr. Jaenecke" userId="81b82edeffc0aba1" providerId="LiveId" clId="{97743AFF-C3C5-4C52-B0DF-564FFB059258}" dt="2024-07-29T06:59:45.493" v="698" actId="1076"/>
          <ac:spMkLst>
            <pc:docMk/>
            <pc:sldMk cId="2921064948" sldId="1022"/>
            <ac:spMk id="6" creationId="{24DCBFE0-7B4D-0791-7470-FF921AEBBE12}"/>
          </ac:spMkLst>
        </pc:spChg>
        <pc:spChg chg="del">
          <ac:chgData name="Bianca Dr. Jaenecke" userId="81b82edeffc0aba1" providerId="LiveId" clId="{97743AFF-C3C5-4C52-B0DF-564FFB059258}" dt="2024-07-29T06:58:56.546" v="692" actId="478"/>
          <ac:spMkLst>
            <pc:docMk/>
            <pc:sldMk cId="2921064948" sldId="1022"/>
            <ac:spMk id="17" creationId="{57F84EA7-F402-9346-6F05-ADF0BBE96044}"/>
          </ac:spMkLst>
        </pc:spChg>
        <pc:spChg chg="del">
          <ac:chgData name="Bianca Dr. Jaenecke" userId="81b82edeffc0aba1" providerId="LiveId" clId="{97743AFF-C3C5-4C52-B0DF-564FFB059258}" dt="2024-07-29T06:58:50.993" v="691" actId="478"/>
          <ac:spMkLst>
            <pc:docMk/>
            <pc:sldMk cId="2921064948" sldId="1022"/>
            <ac:spMk id="18" creationId="{590A4C09-675B-AC89-301F-0388A15938E5}"/>
          </ac:spMkLst>
        </pc:spChg>
        <pc:spChg chg="del mod">
          <ac:chgData name="Bianca Dr. Jaenecke" userId="81b82edeffc0aba1" providerId="LiveId" clId="{97743AFF-C3C5-4C52-B0DF-564FFB059258}" dt="2024-07-29T06:58:46.518" v="690" actId="478"/>
          <ac:spMkLst>
            <pc:docMk/>
            <pc:sldMk cId="2921064948" sldId="1022"/>
            <ac:spMk id="19" creationId="{3D1A1959-446A-4E2B-603F-1907BA20A001}"/>
          </ac:spMkLst>
        </pc:spChg>
      </pc:sldChg>
      <pc:sldChg chg="modSp add del mod">
        <pc:chgData name="Bianca Dr. Jaenecke" userId="81b82edeffc0aba1" providerId="LiveId" clId="{97743AFF-C3C5-4C52-B0DF-564FFB059258}" dt="2024-07-29T07:06:37.239" v="743" actId="47"/>
        <pc:sldMkLst>
          <pc:docMk/>
          <pc:sldMk cId="1993385282" sldId="1023"/>
        </pc:sldMkLst>
        <pc:spChg chg="mod">
          <ac:chgData name="Bianca Dr. Jaenecke" userId="81b82edeffc0aba1" providerId="LiveId" clId="{97743AFF-C3C5-4C52-B0DF-564FFB059258}" dt="2024-07-29T07:03:48.174" v="725" actId="1035"/>
          <ac:spMkLst>
            <pc:docMk/>
            <pc:sldMk cId="1993385282" sldId="1023"/>
            <ac:spMk id="18" creationId="{590A4C09-675B-AC89-301F-0388A15938E5}"/>
          </ac:spMkLst>
        </pc:spChg>
      </pc:sldChg>
      <pc:sldChg chg="addSp delSp modSp add mod">
        <pc:chgData name="Bianca Dr. Jaenecke" userId="81b82edeffc0aba1" providerId="LiveId" clId="{97743AFF-C3C5-4C52-B0DF-564FFB059258}" dt="2024-07-29T07:06:52.651" v="751" actId="20577"/>
        <pc:sldMkLst>
          <pc:docMk/>
          <pc:sldMk cId="3122461479" sldId="1024"/>
        </pc:sldMkLst>
        <pc:spChg chg="mod">
          <ac:chgData name="Bianca Dr. Jaenecke" userId="81b82edeffc0aba1" providerId="LiveId" clId="{97743AFF-C3C5-4C52-B0DF-564FFB059258}" dt="2024-07-29T07:06:52.651" v="751" actId="20577"/>
          <ac:spMkLst>
            <pc:docMk/>
            <pc:sldMk cId="3122461479" sldId="1024"/>
            <ac:spMk id="2" creationId="{27494365-8E8E-8395-9C88-9FDEE5171A43}"/>
          </ac:spMkLst>
        </pc:spChg>
        <pc:spChg chg="mod">
          <ac:chgData name="Bianca Dr. Jaenecke" userId="81b82edeffc0aba1" providerId="LiveId" clId="{97743AFF-C3C5-4C52-B0DF-564FFB059258}" dt="2024-07-29T07:01:36.088" v="709" actId="1076"/>
          <ac:spMkLst>
            <pc:docMk/>
            <pc:sldMk cId="3122461479" sldId="1024"/>
            <ac:spMk id="4" creationId="{8FFC3C6F-7344-7642-D5FC-00D844901B9F}"/>
          </ac:spMkLst>
        </pc:spChg>
        <pc:spChg chg="del">
          <ac:chgData name="Bianca Dr. Jaenecke" userId="81b82edeffc0aba1" providerId="LiveId" clId="{97743AFF-C3C5-4C52-B0DF-564FFB059258}" dt="2024-07-29T07:01:52.678" v="711" actId="478"/>
          <ac:spMkLst>
            <pc:docMk/>
            <pc:sldMk cId="3122461479" sldId="1024"/>
            <ac:spMk id="6" creationId="{24DCBFE0-7B4D-0791-7470-FF921AEBBE12}"/>
          </ac:spMkLst>
        </pc:spChg>
        <pc:spChg chg="add mod">
          <ac:chgData name="Bianca Dr. Jaenecke" userId="81b82edeffc0aba1" providerId="LiveId" clId="{97743AFF-C3C5-4C52-B0DF-564FFB059258}" dt="2024-07-29T07:02:58.230" v="720" actId="1076"/>
          <ac:spMkLst>
            <pc:docMk/>
            <pc:sldMk cId="3122461479" sldId="1024"/>
            <ac:spMk id="7" creationId="{15022146-D403-D4FF-8F88-47ADE0FE4C99}"/>
          </ac:spMkLst>
        </pc:spChg>
        <pc:grpChg chg="mod">
          <ac:chgData name="Bianca Dr. Jaenecke" userId="81b82edeffc0aba1" providerId="LiveId" clId="{97743AFF-C3C5-4C52-B0DF-564FFB059258}" dt="2024-07-29T07:01:30.265" v="708" actId="1076"/>
          <ac:grpSpMkLst>
            <pc:docMk/>
            <pc:sldMk cId="3122461479" sldId="1024"/>
            <ac:grpSpMk id="8" creationId="{06E91DFC-2D58-88E1-6FB5-2BBDF3AF3382}"/>
          </ac:grpSpMkLst>
        </pc:grpChg>
        <pc:graphicFrameChg chg="mod">
          <ac:chgData name="Bianca Dr. Jaenecke" userId="81b82edeffc0aba1" providerId="LiveId" clId="{97743AFF-C3C5-4C52-B0DF-564FFB059258}" dt="2024-07-29T07:05:00.788" v="734"/>
          <ac:graphicFrameMkLst>
            <pc:docMk/>
            <pc:sldMk cId="3122461479" sldId="1024"/>
            <ac:graphicFrameMk id="3" creationId="{2075F7EA-A6AA-D2B5-BB13-4470EBE34282}"/>
          </ac:graphicFrameMkLst>
        </pc:graphicFrameChg>
      </pc:sldChg>
      <pc:sldChg chg="addSp delSp modSp add mod">
        <pc:chgData name="Bianca Dr. Jaenecke" userId="81b82edeffc0aba1" providerId="LiveId" clId="{97743AFF-C3C5-4C52-B0DF-564FFB059258}" dt="2024-07-29T07:07:01.061" v="755" actId="20577"/>
        <pc:sldMkLst>
          <pc:docMk/>
          <pc:sldMk cId="645712964" sldId="1025"/>
        </pc:sldMkLst>
        <pc:spChg chg="mod">
          <ac:chgData name="Bianca Dr. Jaenecke" userId="81b82edeffc0aba1" providerId="LiveId" clId="{97743AFF-C3C5-4C52-B0DF-564FFB059258}" dt="2024-07-29T07:07:01.061" v="755" actId="20577"/>
          <ac:spMkLst>
            <pc:docMk/>
            <pc:sldMk cId="645712964" sldId="1025"/>
            <ac:spMk id="2" creationId="{27494365-8E8E-8395-9C88-9FDEE5171A43}"/>
          </ac:spMkLst>
        </pc:spChg>
        <pc:spChg chg="mod">
          <ac:chgData name="Bianca Dr. Jaenecke" userId="81b82edeffc0aba1" providerId="LiveId" clId="{97743AFF-C3C5-4C52-B0DF-564FFB059258}" dt="2024-07-29T07:03:30.064" v="722" actId="1076"/>
          <ac:spMkLst>
            <pc:docMk/>
            <pc:sldMk cId="645712964" sldId="1025"/>
            <ac:spMk id="4" creationId="{8FFC3C6F-7344-7642-D5FC-00D844901B9F}"/>
          </ac:spMkLst>
        </pc:spChg>
        <pc:spChg chg="add mod">
          <ac:chgData name="Bianca Dr. Jaenecke" userId="81b82edeffc0aba1" providerId="LiveId" clId="{97743AFF-C3C5-4C52-B0DF-564FFB059258}" dt="2024-07-29T07:04:47.985" v="733" actId="948"/>
          <ac:spMkLst>
            <pc:docMk/>
            <pc:sldMk cId="645712964" sldId="1025"/>
            <ac:spMk id="6" creationId="{71D0F1E2-14D8-7826-44FF-84A1251FA102}"/>
          </ac:spMkLst>
        </pc:spChg>
        <pc:spChg chg="del">
          <ac:chgData name="Bianca Dr. Jaenecke" userId="81b82edeffc0aba1" providerId="LiveId" clId="{97743AFF-C3C5-4C52-B0DF-564FFB059258}" dt="2024-07-29T07:03:40.823" v="724" actId="478"/>
          <ac:spMkLst>
            <pc:docMk/>
            <pc:sldMk cId="645712964" sldId="1025"/>
            <ac:spMk id="7" creationId="{15022146-D403-D4FF-8F88-47ADE0FE4C99}"/>
          </ac:spMkLst>
        </pc:spChg>
        <pc:graphicFrameChg chg="mod">
          <ac:chgData name="Bianca Dr. Jaenecke" userId="81b82edeffc0aba1" providerId="LiveId" clId="{97743AFF-C3C5-4C52-B0DF-564FFB059258}" dt="2024-07-29T07:03:34.327" v="723"/>
          <ac:graphicFrameMkLst>
            <pc:docMk/>
            <pc:sldMk cId="645712964" sldId="1025"/>
            <ac:graphicFrameMk id="3" creationId="{2075F7EA-A6AA-D2B5-BB13-4470EBE34282}"/>
          </ac:graphicFrameMkLst>
        </pc:graphicFrameChg>
      </pc:sldChg>
      <pc:sldChg chg="addSp delSp modSp add mod">
        <pc:chgData name="Bianca Dr. Jaenecke" userId="81b82edeffc0aba1" providerId="LiveId" clId="{97743AFF-C3C5-4C52-B0DF-564FFB059258}" dt="2024-07-29T07:07:08.148" v="759" actId="20577"/>
        <pc:sldMkLst>
          <pc:docMk/>
          <pc:sldMk cId="3136196142" sldId="1026"/>
        </pc:sldMkLst>
        <pc:spChg chg="mod">
          <ac:chgData name="Bianca Dr. Jaenecke" userId="81b82edeffc0aba1" providerId="LiveId" clId="{97743AFF-C3C5-4C52-B0DF-564FFB059258}" dt="2024-07-29T07:07:08.148" v="759" actId="20577"/>
          <ac:spMkLst>
            <pc:docMk/>
            <pc:sldMk cId="3136196142" sldId="1026"/>
            <ac:spMk id="2" creationId="{27494365-8E8E-8395-9C88-9FDEE5171A43}"/>
          </ac:spMkLst>
        </pc:spChg>
        <pc:spChg chg="mod">
          <ac:chgData name="Bianca Dr. Jaenecke" userId="81b82edeffc0aba1" providerId="LiveId" clId="{97743AFF-C3C5-4C52-B0DF-564FFB059258}" dt="2024-07-29T07:05:22.876" v="736" actId="1076"/>
          <ac:spMkLst>
            <pc:docMk/>
            <pc:sldMk cId="3136196142" sldId="1026"/>
            <ac:spMk id="4" creationId="{8FFC3C6F-7344-7642-D5FC-00D844901B9F}"/>
          </ac:spMkLst>
        </pc:spChg>
        <pc:spChg chg="del">
          <ac:chgData name="Bianca Dr. Jaenecke" userId="81b82edeffc0aba1" providerId="LiveId" clId="{97743AFF-C3C5-4C52-B0DF-564FFB059258}" dt="2024-07-29T07:05:26.802" v="737" actId="478"/>
          <ac:spMkLst>
            <pc:docMk/>
            <pc:sldMk cId="3136196142" sldId="1026"/>
            <ac:spMk id="6" creationId="{71D0F1E2-14D8-7826-44FF-84A1251FA102}"/>
          </ac:spMkLst>
        </pc:spChg>
        <pc:spChg chg="add mod">
          <ac:chgData name="Bianca Dr. Jaenecke" userId="81b82edeffc0aba1" providerId="LiveId" clId="{97743AFF-C3C5-4C52-B0DF-564FFB059258}" dt="2024-07-29T07:06:13.180" v="742" actId="1076"/>
          <ac:spMkLst>
            <pc:docMk/>
            <pc:sldMk cId="3136196142" sldId="1026"/>
            <ac:spMk id="7" creationId="{EE534CC7-6308-042F-B866-14A60185180E}"/>
          </ac:spMkLst>
        </pc:spChg>
      </pc:sldChg>
      <pc:sldChg chg="del">
        <pc:chgData name="Bianca Dr. Jaenecke" userId="81b82edeffc0aba1" providerId="LiveId" clId="{97743AFF-C3C5-4C52-B0DF-564FFB059258}" dt="2024-07-29T06:13:34.479" v="2" actId="47"/>
        <pc:sldMkLst>
          <pc:docMk/>
          <pc:sldMk cId="2378884910" sldId="1032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2579864952" sldId="1045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3301516810" sldId="1046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4221237429" sldId="1047"/>
        </pc:sldMkLst>
      </pc:sldChg>
      <pc:sldChg chg="del">
        <pc:chgData name="Bianca Dr. Jaenecke" userId="81b82edeffc0aba1" providerId="LiveId" clId="{97743AFF-C3C5-4C52-B0DF-564FFB059258}" dt="2024-07-29T06:13:24.812" v="0" actId="47"/>
        <pc:sldMkLst>
          <pc:docMk/>
          <pc:sldMk cId="3952056360" sldId="1048"/>
        </pc:sldMkLst>
      </pc:sldChg>
      <pc:sldChg chg="del">
        <pc:chgData name="Bianca Dr. Jaenecke" userId="81b82edeffc0aba1" providerId="LiveId" clId="{97743AFF-C3C5-4C52-B0DF-564FFB059258}" dt="2024-07-29T06:13:29.790" v="1" actId="47"/>
        <pc:sldMkLst>
          <pc:docMk/>
          <pc:sldMk cId="3341626173" sldId="1049"/>
        </pc:sldMkLst>
      </pc:sldChg>
      <pc:sldChg chg="del">
        <pc:chgData name="Bianca Dr. Jaenecke" userId="81b82edeffc0aba1" providerId="LiveId" clId="{97743AFF-C3C5-4C52-B0DF-564FFB059258}" dt="2024-07-29T06:13:29.790" v="1" actId="47"/>
        <pc:sldMkLst>
          <pc:docMk/>
          <pc:sldMk cId="591190893" sldId="1050"/>
        </pc:sldMkLst>
      </pc:sldChg>
      <pc:sldChg chg="del">
        <pc:chgData name="Bianca Dr. Jaenecke" userId="81b82edeffc0aba1" providerId="LiveId" clId="{97743AFF-C3C5-4C52-B0DF-564FFB059258}" dt="2024-07-29T06:13:29.790" v="1" actId="47"/>
        <pc:sldMkLst>
          <pc:docMk/>
          <pc:sldMk cId="12755971" sldId="1051"/>
        </pc:sldMkLst>
      </pc:sldChg>
      <pc:sldChg chg="del">
        <pc:chgData name="Bianca Dr. Jaenecke" userId="81b82edeffc0aba1" providerId="LiveId" clId="{97743AFF-C3C5-4C52-B0DF-564FFB059258}" dt="2024-07-29T06:13:38.496" v="3" actId="47"/>
        <pc:sldMkLst>
          <pc:docMk/>
          <pc:sldMk cId="1165171869" sldId="1052"/>
        </pc:sldMkLst>
      </pc:sldChg>
      <pc:sldChg chg="del">
        <pc:chgData name="Bianca Dr. Jaenecke" userId="81b82edeffc0aba1" providerId="LiveId" clId="{97743AFF-C3C5-4C52-B0DF-564FFB059258}" dt="2024-07-29T06:13:38.496" v="3" actId="47"/>
        <pc:sldMkLst>
          <pc:docMk/>
          <pc:sldMk cId="2740716022" sldId="1053"/>
        </pc:sldMkLst>
      </pc:sldChg>
      <pc:sldChg chg="del">
        <pc:chgData name="Bianca Dr. Jaenecke" userId="81b82edeffc0aba1" providerId="LiveId" clId="{97743AFF-C3C5-4C52-B0DF-564FFB059258}" dt="2024-07-29T06:13:34.479" v="2" actId="47"/>
        <pc:sldMkLst>
          <pc:docMk/>
          <pc:sldMk cId="3109321980" sldId="1054"/>
        </pc:sldMkLst>
      </pc:sldChg>
      <pc:sldChg chg="del">
        <pc:chgData name="Bianca Dr. Jaenecke" userId="81b82edeffc0aba1" providerId="LiveId" clId="{97743AFF-C3C5-4C52-B0DF-564FFB059258}" dt="2024-07-29T06:13:38.496" v="3" actId="47"/>
        <pc:sldMkLst>
          <pc:docMk/>
          <pc:sldMk cId="2043831927" sldId="1055"/>
        </pc:sldMkLst>
      </pc:sldChg>
      <pc:sldChg chg="del">
        <pc:chgData name="Bianca Dr. Jaenecke" userId="81b82edeffc0aba1" providerId="LiveId" clId="{97743AFF-C3C5-4C52-B0DF-564FFB059258}" dt="2024-07-29T06:13:38.496" v="3" actId="47"/>
        <pc:sldMkLst>
          <pc:docMk/>
          <pc:sldMk cId="1756529764" sldId="1056"/>
        </pc:sldMkLst>
      </pc:sldChg>
      <pc:sldChg chg="del">
        <pc:chgData name="Bianca Dr. Jaenecke" userId="81b82edeffc0aba1" providerId="LiveId" clId="{97743AFF-C3C5-4C52-B0DF-564FFB059258}" dt="2024-07-29T06:13:34.479" v="2" actId="47"/>
        <pc:sldMkLst>
          <pc:docMk/>
          <pc:sldMk cId="3500710703" sldId="1057"/>
        </pc:sldMkLst>
      </pc:sldChg>
      <pc:sldChg chg="del">
        <pc:chgData name="Bianca Dr. Jaenecke" userId="81b82edeffc0aba1" providerId="LiveId" clId="{97743AFF-C3C5-4C52-B0DF-564FFB059258}" dt="2024-07-29T06:13:34.479" v="2" actId="47"/>
        <pc:sldMkLst>
          <pc:docMk/>
          <pc:sldMk cId="538282324" sldId="1058"/>
        </pc:sldMkLst>
      </pc:sldChg>
      <pc:sldChg chg="del">
        <pc:chgData name="Bianca Dr. Jaenecke" userId="81b82edeffc0aba1" providerId="LiveId" clId="{97743AFF-C3C5-4C52-B0DF-564FFB059258}" dt="2024-07-29T06:13:34.479" v="2" actId="47"/>
        <pc:sldMkLst>
          <pc:docMk/>
          <pc:sldMk cId="1089384881" sldId="1059"/>
        </pc:sldMkLst>
      </pc:sldChg>
      <pc:sldChg chg="del">
        <pc:chgData name="Bianca Dr. Jaenecke" userId="81b82edeffc0aba1" providerId="LiveId" clId="{97743AFF-C3C5-4C52-B0DF-564FFB059258}" dt="2024-07-29T06:13:41.797" v="4" actId="47"/>
        <pc:sldMkLst>
          <pc:docMk/>
          <pc:sldMk cId="1052071655" sldId="1060"/>
        </pc:sldMkLst>
      </pc:sldChg>
      <pc:sldChg chg="del">
        <pc:chgData name="Bianca Dr. Jaenecke" userId="81b82edeffc0aba1" providerId="LiveId" clId="{97743AFF-C3C5-4C52-B0DF-564FFB059258}" dt="2024-07-29T06:13:41.797" v="4" actId="47"/>
        <pc:sldMkLst>
          <pc:docMk/>
          <pc:sldMk cId="3317657421" sldId="1061"/>
        </pc:sldMkLst>
      </pc:sldChg>
      <pc:sldChg chg="del">
        <pc:chgData name="Bianca Dr. Jaenecke" userId="81b82edeffc0aba1" providerId="LiveId" clId="{97743AFF-C3C5-4C52-B0DF-564FFB059258}" dt="2024-07-29T06:13:41.797" v="4" actId="47"/>
        <pc:sldMkLst>
          <pc:docMk/>
          <pc:sldMk cId="3171989333" sldId="1062"/>
        </pc:sldMkLst>
      </pc:sldChg>
      <pc:sldChg chg="del">
        <pc:chgData name="Bianca Dr. Jaenecke" userId="81b82edeffc0aba1" providerId="LiveId" clId="{97743AFF-C3C5-4C52-B0DF-564FFB059258}" dt="2024-07-29T06:13:41.797" v="4" actId="47"/>
        <pc:sldMkLst>
          <pc:docMk/>
          <pc:sldMk cId="1845050208" sldId="1063"/>
        </pc:sldMkLst>
      </pc:sldChg>
      <pc:sldChg chg="del">
        <pc:chgData name="Bianca Dr. Jaenecke" userId="81b82edeffc0aba1" providerId="LiveId" clId="{97743AFF-C3C5-4C52-B0DF-564FFB059258}" dt="2024-07-29T06:13:41.797" v="4" actId="47"/>
        <pc:sldMkLst>
          <pc:docMk/>
          <pc:sldMk cId="771700362" sldId="1064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613006685" sldId="1065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410745101" sldId="1066"/>
        </pc:sldMkLst>
      </pc:sldChg>
      <pc:sldChg chg="del">
        <pc:chgData name="Bianca Dr. Jaenecke" userId="81b82edeffc0aba1" providerId="LiveId" clId="{97743AFF-C3C5-4C52-B0DF-564FFB059258}" dt="2024-07-29T06:13:29.790" v="1" actId="47"/>
        <pc:sldMkLst>
          <pc:docMk/>
          <pc:sldMk cId="2251349247" sldId="1068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2678622908" sldId="1069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1883881515" sldId="1070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214088338" sldId="1071"/>
        </pc:sldMkLst>
      </pc:sldChg>
      <pc:sldChg chg="del">
        <pc:chgData name="Bianca Dr. Jaenecke" userId="81b82edeffc0aba1" providerId="LiveId" clId="{97743AFF-C3C5-4C52-B0DF-564FFB059258}" dt="2024-07-29T06:13:29.790" v="1" actId="47"/>
        <pc:sldMkLst>
          <pc:docMk/>
          <pc:sldMk cId="1833350191" sldId="1072"/>
        </pc:sldMkLst>
      </pc:sldChg>
      <pc:sldChg chg="del">
        <pc:chgData name="Bianca Dr. Jaenecke" userId="81b82edeffc0aba1" providerId="LiveId" clId="{97743AFF-C3C5-4C52-B0DF-564FFB059258}" dt="2024-07-29T06:13:38.496" v="3" actId="47"/>
        <pc:sldMkLst>
          <pc:docMk/>
          <pc:sldMk cId="1462329531" sldId="1073"/>
        </pc:sldMkLst>
      </pc:sldChg>
      <pc:sldChg chg="del">
        <pc:chgData name="Bianca Dr. Jaenecke" userId="81b82edeffc0aba1" providerId="LiveId" clId="{97743AFF-C3C5-4C52-B0DF-564FFB059258}" dt="2024-07-29T06:13:45.676" v="5" actId="47"/>
        <pc:sldMkLst>
          <pc:docMk/>
          <pc:sldMk cId="4038762705" sldId="1074"/>
        </pc:sldMkLst>
      </pc:sldChg>
      <pc:sldMasterChg chg="delSldLayout">
        <pc:chgData name="Bianca Dr. Jaenecke" userId="81b82edeffc0aba1" providerId="LiveId" clId="{97743AFF-C3C5-4C52-B0DF-564FFB059258}" dt="2024-07-29T06:13:45.676" v="5" actId="47"/>
        <pc:sldMasterMkLst>
          <pc:docMk/>
          <pc:sldMasterMk cId="683477807" sldId="2147483761"/>
        </pc:sldMasterMkLst>
        <pc:sldLayoutChg chg="del">
          <pc:chgData name="Bianca Dr. Jaenecke" userId="81b82edeffc0aba1" providerId="LiveId" clId="{97743AFF-C3C5-4C52-B0DF-564FFB059258}" dt="2024-07-29T06:13:45.676" v="5" actId="47"/>
          <pc:sldLayoutMkLst>
            <pc:docMk/>
            <pc:sldMasterMk cId="683477807" sldId="2147483761"/>
            <pc:sldLayoutMk cId="4205317756" sldId="2147483811"/>
          </pc:sldLayoutMkLst>
        </pc:sldLayoutChg>
        <pc:sldLayoutChg chg="del">
          <pc:chgData name="Bianca Dr. Jaenecke" userId="81b82edeffc0aba1" providerId="LiveId" clId="{97743AFF-C3C5-4C52-B0DF-564FFB059258}" dt="2024-07-29T06:13:45.676" v="5" actId="47"/>
          <pc:sldLayoutMkLst>
            <pc:docMk/>
            <pc:sldMasterMk cId="683477807" sldId="2147483761"/>
            <pc:sldLayoutMk cId="3168124867" sldId="2147483812"/>
          </pc:sldLayoutMkLst>
        </pc:sldLayoutChg>
        <pc:sldLayoutChg chg="del">
          <pc:chgData name="Bianca Dr. Jaenecke" userId="81b82edeffc0aba1" providerId="LiveId" clId="{97743AFF-C3C5-4C52-B0DF-564FFB059258}" dt="2024-07-29T06:13:34.479" v="2" actId="47"/>
          <pc:sldLayoutMkLst>
            <pc:docMk/>
            <pc:sldMasterMk cId="683477807" sldId="2147483761"/>
            <pc:sldLayoutMk cId="2515154706" sldId="2147483817"/>
          </pc:sldLayoutMkLst>
        </pc:sldLayoutChg>
      </pc:sldMasterChg>
      <pc:sldMasterChg chg="delSldLayout">
        <pc:chgData name="Bianca Dr. Jaenecke" userId="81b82edeffc0aba1" providerId="LiveId" clId="{97743AFF-C3C5-4C52-B0DF-564FFB059258}" dt="2024-07-29T06:13:38.496" v="3" actId="47"/>
        <pc:sldMasterMkLst>
          <pc:docMk/>
          <pc:sldMasterMk cId="2490598589" sldId="2147483778"/>
        </pc:sldMasterMkLst>
        <pc:sldLayoutChg chg="del">
          <pc:chgData name="Bianca Dr. Jaenecke" userId="81b82edeffc0aba1" providerId="LiveId" clId="{97743AFF-C3C5-4C52-B0DF-564FFB059258}" dt="2024-07-29T06:13:38.496" v="3" actId="47"/>
          <pc:sldLayoutMkLst>
            <pc:docMk/>
            <pc:sldMasterMk cId="2490598589" sldId="2147483778"/>
            <pc:sldLayoutMk cId="3499332373" sldId="2147483814"/>
          </pc:sldLayoutMkLst>
        </pc:sldLayoutChg>
        <pc:sldLayoutChg chg="del">
          <pc:chgData name="Bianca Dr. Jaenecke" userId="81b82edeffc0aba1" providerId="LiveId" clId="{97743AFF-C3C5-4C52-B0DF-564FFB059258}" dt="2024-07-29T06:13:38.496" v="3" actId="47"/>
          <pc:sldLayoutMkLst>
            <pc:docMk/>
            <pc:sldMasterMk cId="2490598589" sldId="2147483778"/>
            <pc:sldLayoutMk cId="3850380695" sldId="2147483815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92618" custLinFactNeighborX="-44527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04936" custLinFactNeighborX="-46659" custLinFactNeighborY="-2674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92618" custLinFactNeighborX="-44527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04936" custLinFactNeighborX="-46659" custLinFactNeighborY="-2674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17385F2-9449-4D77-B79D-7F80237BD40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29793CAA-8994-43BC-AF2E-96BCF07C3950}">
      <dgm:prSet phldrT="[Text]" custT="1"/>
      <dgm:spPr/>
      <dgm:t>
        <a:bodyPr/>
        <a:lstStyle/>
        <a:p>
          <a:r>
            <a:rPr lang="en-US" sz="2000" b="1" noProof="0" dirty="0">
              <a:solidFill>
                <a:schemeClr val="bg1"/>
              </a:solidFill>
            </a:rPr>
            <a:t>Application process</a:t>
          </a:r>
        </a:p>
        <a:p>
          <a:r>
            <a:rPr lang="en-US" sz="1400" b="1" noProof="0" dirty="0">
              <a:solidFill>
                <a:schemeClr val="bg1"/>
              </a:solidFill>
            </a:rPr>
            <a:t>(in Uzbekistan)</a:t>
          </a:r>
          <a:endParaRPr lang="en-US" sz="1400" b="1" noProof="0" dirty="0"/>
        </a:p>
      </dgm:t>
    </dgm:pt>
    <dgm:pt modelId="{D0A8F542-D86C-484D-8833-57534FAFF34E}" type="parTrans" cxnId="{594591A1-0BC4-465F-A3D4-F9F289AF9DC6}">
      <dgm:prSet/>
      <dgm:spPr/>
      <dgm:t>
        <a:bodyPr/>
        <a:lstStyle/>
        <a:p>
          <a:endParaRPr lang="de-DE" sz="2000"/>
        </a:p>
      </dgm:t>
    </dgm:pt>
    <dgm:pt modelId="{895752ED-BE82-406D-A31A-8BB63A9EC7BC}" type="sibTrans" cxnId="{594591A1-0BC4-465F-A3D4-F9F289AF9DC6}">
      <dgm:prSet/>
      <dgm:spPr/>
      <dgm:t>
        <a:bodyPr/>
        <a:lstStyle/>
        <a:p>
          <a:endParaRPr lang="de-DE" sz="2000"/>
        </a:p>
      </dgm:t>
    </dgm:pt>
    <dgm:pt modelId="{58D39669-97FC-4B5D-BC34-C3046AE04554}" type="pres">
      <dgm:prSet presAssocID="{717385F2-9449-4D77-B79D-7F80237BD40B}" presName="CompostProcess" presStyleCnt="0">
        <dgm:presLayoutVars>
          <dgm:dir/>
          <dgm:resizeHandles val="exact"/>
        </dgm:presLayoutVars>
      </dgm:prSet>
      <dgm:spPr/>
    </dgm:pt>
    <dgm:pt modelId="{76126567-CE09-4F4D-8D2F-6BAAC21BEA33}" type="pres">
      <dgm:prSet presAssocID="{717385F2-9449-4D77-B79D-7F80237BD40B}" presName="arrow" presStyleLbl="bgShp" presStyleIdx="0" presStyleCnt="1" custScaleX="116323" custLinFactNeighborX="-576" custLinFactNeighborY="-11881"/>
      <dgm:spPr/>
    </dgm:pt>
    <dgm:pt modelId="{1B609F03-540A-4BA8-A4A5-F4FF2694AB7D}" type="pres">
      <dgm:prSet presAssocID="{717385F2-9449-4D77-B79D-7F80237BD40B}" presName="linearProcess" presStyleCnt="0"/>
      <dgm:spPr/>
    </dgm:pt>
    <dgm:pt modelId="{01C39A5F-6652-4DD1-A68F-26059EC941DC}" type="pres">
      <dgm:prSet presAssocID="{29793CAA-8994-43BC-AF2E-96BCF07C3950}" presName="textNode" presStyleLbl="node1" presStyleIdx="0" presStyleCnt="1" custScaleX="71383" custScaleY="113866" custLinFactNeighborX="-46659" custLinFactNeighborY="0">
        <dgm:presLayoutVars>
          <dgm:bulletEnabled val="1"/>
        </dgm:presLayoutVars>
      </dgm:prSet>
      <dgm:spPr/>
    </dgm:pt>
  </dgm:ptLst>
  <dgm:cxnLst>
    <dgm:cxn modelId="{594591A1-0BC4-465F-A3D4-F9F289AF9DC6}" srcId="{717385F2-9449-4D77-B79D-7F80237BD40B}" destId="{29793CAA-8994-43BC-AF2E-96BCF07C3950}" srcOrd="0" destOrd="0" parTransId="{D0A8F542-D86C-484D-8833-57534FAFF34E}" sibTransId="{895752ED-BE82-406D-A31A-8BB63A9EC7BC}"/>
    <dgm:cxn modelId="{014845F0-4506-4E45-8ABD-C068A2CB6687}" type="presOf" srcId="{29793CAA-8994-43BC-AF2E-96BCF07C3950}" destId="{01C39A5F-6652-4DD1-A68F-26059EC941DC}" srcOrd="0" destOrd="0" presId="urn:microsoft.com/office/officeart/2005/8/layout/hProcess9"/>
    <dgm:cxn modelId="{878DCFF3-97AE-4751-8F41-517D3784A5F4}" type="presOf" srcId="{717385F2-9449-4D77-B79D-7F80237BD40B}" destId="{58D39669-97FC-4B5D-BC34-C3046AE04554}" srcOrd="0" destOrd="0" presId="urn:microsoft.com/office/officeart/2005/8/layout/hProcess9"/>
    <dgm:cxn modelId="{63B53F9C-B7D7-40DD-A400-BA280C31382D}" type="presParOf" srcId="{58D39669-97FC-4B5D-BC34-C3046AE04554}" destId="{76126567-CE09-4F4D-8D2F-6BAAC21BEA33}" srcOrd="0" destOrd="0" presId="urn:microsoft.com/office/officeart/2005/8/layout/hProcess9"/>
    <dgm:cxn modelId="{C21383DB-DF19-4058-B8D4-AD58324E9436}" type="presParOf" srcId="{58D39669-97FC-4B5D-BC34-C3046AE04554}" destId="{1B609F03-540A-4BA8-A4A5-F4FF2694AB7D}" srcOrd="1" destOrd="0" presId="urn:microsoft.com/office/officeart/2005/8/layout/hProcess9"/>
    <dgm:cxn modelId="{42FD1352-E2CC-4FFB-AAFE-C373120AC3BD}" type="presParOf" srcId="{1B609F03-540A-4BA8-A4A5-F4FF2694AB7D}" destId="{01C39A5F-6652-4DD1-A68F-26059EC941DC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478439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3072276" y="1505955"/>
          <a:ext cx="2536876" cy="17724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158802" y="1592481"/>
        <a:ext cx="2363824" cy="1599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57919"/>
          <a:ext cx="2536876" cy="1589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74082" y="1135494"/>
        <a:ext cx="2381726" cy="14339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478439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3072276" y="1505955"/>
          <a:ext cx="2536876" cy="177248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158802" y="1592481"/>
        <a:ext cx="2363824" cy="159943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57919"/>
          <a:ext cx="2536876" cy="15891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74082" y="1135494"/>
        <a:ext cx="2381726" cy="143398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26567-CE09-4F4D-8D2F-6BAAC21BEA33}">
      <dsp:nvSpPr>
        <dsp:cNvPr id="0" name=""/>
        <dsp:cNvSpPr/>
      </dsp:nvSpPr>
      <dsp:spPr>
        <a:xfrm>
          <a:off x="8662" y="0"/>
          <a:ext cx="11712990" cy="3785963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C39A5F-6652-4DD1-A68F-26059EC941DC}">
      <dsp:nvSpPr>
        <dsp:cNvPr id="0" name=""/>
        <dsp:cNvSpPr/>
      </dsp:nvSpPr>
      <dsp:spPr>
        <a:xfrm>
          <a:off x="2996507" y="1030796"/>
          <a:ext cx="2536876" cy="172436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noProof="0" dirty="0">
              <a:solidFill>
                <a:schemeClr val="bg1"/>
              </a:solidFill>
            </a:rPr>
            <a:t>Application process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noProof="0" dirty="0">
              <a:solidFill>
                <a:schemeClr val="bg1"/>
              </a:solidFill>
            </a:rPr>
            <a:t>(in Uzbekistan)</a:t>
          </a:r>
          <a:endParaRPr lang="en-US" sz="1400" b="1" kern="1200" noProof="0" dirty="0"/>
        </a:p>
      </dsp:txBody>
      <dsp:txXfrm>
        <a:off x="3080684" y="1114973"/>
        <a:ext cx="2368522" cy="15560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90C922-68C1-4860-AA5C-6C735E7C245A}" type="datetimeFigureOut">
              <a:rPr lang="en-US" smtClean="0"/>
              <a:t>7/29/2024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1F3303-7A31-43D5-84D9-17279837B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021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B9D9939-4755-DBB1-554E-BD946B5A411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8250"/>
            <a:ext cx="12192000" cy="2727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3010A56-D546-F3A9-85F9-7724C0C196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17360" y="4410075"/>
            <a:ext cx="5019040" cy="4514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Document Title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D6534DB-F9BF-AEC0-4E31-8566FCB55F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360" y="5306060"/>
            <a:ext cx="5019675" cy="2990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VN: Number | PN: Number</a:t>
            </a:r>
            <a:endParaRPr lang="en-US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5412962-B030-C337-E5A8-928F84E27A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17360" y="5745162"/>
            <a:ext cx="5019675" cy="2990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Project: Project Name</a:t>
            </a:r>
            <a:endParaRPr lang="en-US"/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6019205-2062-7CFC-ACEB-57C67EEF95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7360" y="6184264"/>
            <a:ext cx="5019675" cy="29908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Country: Country Name</a:t>
            </a:r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B8BA691-4DC3-5D2F-4E42-5DFE112EF082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6232" y="422433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0F18DF49-AB3C-8758-115D-1F746F610DFA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336232" y="5052935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F7EDE9F-6EFB-6AE6-8519-14FFB75ADD13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36232" y="586414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63B934A5-F153-6827-CA50-46BD64FDBE61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336232" y="35449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FBF20E78-F2F4-7E91-1CC1-04A16E3D2530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1369165" y="35449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9F229C0F-1315-FCA0-D758-579336D8082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2402098" y="354497"/>
            <a:ext cx="900000" cy="506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hr-HR"/>
              <a:t>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7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CE9E-99BB-A22E-67A7-219C070ECD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264161"/>
            <a:ext cx="9169150" cy="8229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200" b="1" u="none" baseline="0">
                <a:solidFill>
                  <a:schemeClr val="tx2"/>
                </a:solidFill>
                <a:uFill>
                  <a:solidFill>
                    <a:schemeClr val="accent3"/>
                  </a:solidFill>
                </a:uFill>
              </a:defRPr>
            </a:lvl1pPr>
          </a:lstStyle>
          <a:p>
            <a:r>
              <a:rPr lang="hr-HR"/>
              <a:t>Main Heading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1273981"/>
            <a:ext cx="11112000" cy="36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997594"/>
            <a:ext cx="11112000" cy="4314306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EC88B-A1B7-1B16-DD67-353E7E10417C}"/>
              </a:ext>
            </a:extLst>
          </p:cNvPr>
          <p:cNvCxnSpPr>
            <a:cxnSpLocks/>
          </p:cNvCxnSpPr>
          <p:nvPr userDrawn="1"/>
        </p:nvCxnSpPr>
        <p:spPr>
          <a:xfrm>
            <a:off x="0" y="1087121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33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CE9E-99BB-A22E-67A7-219C070ECD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264161"/>
            <a:ext cx="9169150" cy="8229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200" b="1" u="none" baseline="0">
                <a:solidFill>
                  <a:schemeClr val="tx2"/>
                </a:solidFill>
                <a:uFill>
                  <a:solidFill>
                    <a:schemeClr val="accent3"/>
                  </a:solidFill>
                </a:uFill>
              </a:defRPr>
            </a:lvl1pPr>
          </a:lstStyle>
          <a:p>
            <a:r>
              <a:rPr lang="hr-HR"/>
              <a:t>Main Heading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1273981"/>
            <a:ext cx="11112000" cy="36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993981"/>
            <a:ext cx="11112000" cy="4317919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EC88B-A1B7-1B16-DD67-353E7E10417C}"/>
              </a:ext>
            </a:extLst>
          </p:cNvPr>
          <p:cNvCxnSpPr>
            <a:cxnSpLocks/>
          </p:cNvCxnSpPr>
          <p:nvPr userDrawn="1"/>
        </p:nvCxnSpPr>
        <p:spPr>
          <a:xfrm>
            <a:off x="0" y="1087121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566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Heading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6CE9E-99BB-A22E-67A7-219C070ECD0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00" y="264161"/>
            <a:ext cx="6273563" cy="822960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defRPr sz="3200" b="1" u="none" baseline="0">
                <a:solidFill>
                  <a:schemeClr val="tx2"/>
                </a:solidFill>
                <a:uFill>
                  <a:solidFill>
                    <a:schemeClr val="accent3"/>
                  </a:solidFill>
                </a:uFill>
              </a:defRPr>
            </a:lvl1pPr>
          </a:lstStyle>
          <a:p>
            <a:r>
              <a:rPr lang="hr-HR"/>
              <a:t>Main Heading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1273981"/>
            <a:ext cx="6273800" cy="3600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993981"/>
            <a:ext cx="6273800" cy="4317919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38EC88B-A1B7-1B16-DD67-353E7E10417C}"/>
              </a:ext>
            </a:extLst>
          </p:cNvPr>
          <p:cNvCxnSpPr>
            <a:cxnSpLocks/>
          </p:cNvCxnSpPr>
          <p:nvPr userDrawn="1"/>
        </p:nvCxnSpPr>
        <p:spPr>
          <a:xfrm>
            <a:off x="0" y="1087121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105C5C8-47DF-0C87-B90E-5EA1DFA6566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69150" y="1282700"/>
            <a:ext cx="5022850" cy="5029200"/>
          </a:xfrm>
          <a:custGeom>
            <a:avLst/>
            <a:gdLst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217805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2178050 w 5378450"/>
              <a:gd name="connsiteY4" fmla="*/ 0 h 5029200"/>
              <a:gd name="connsiteX0" fmla="*/ 1822450 w 5022850"/>
              <a:gd name="connsiteY0" fmla="*/ 0 h 5029200"/>
              <a:gd name="connsiteX1" fmla="*/ 5022850 w 5022850"/>
              <a:gd name="connsiteY1" fmla="*/ 0 h 5029200"/>
              <a:gd name="connsiteX2" fmla="*/ 5022850 w 5022850"/>
              <a:gd name="connsiteY2" fmla="*/ 5029200 h 5029200"/>
              <a:gd name="connsiteX3" fmla="*/ 0 w 5022850"/>
              <a:gd name="connsiteY3" fmla="*/ 5029200 h 5029200"/>
              <a:gd name="connsiteX4" fmla="*/ 1822450 w 5022850"/>
              <a:gd name="connsiteY4" fmla="*/ 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2850" h="5029200">
                <a:moveTo>
                  <a:pt x="1822450" y="0"/>
                </a:moveTo>
                <a:lnTo>
                  <a:pt x="5022850" y="0"/>
                </a:lnTo>
                <a:lnTo>
                  <a:pt x="5022850" y="5029200"/>
                </a:lnTo>
                <a:lnTo>
                  <a:pt x="0" y="5029200"/>
                </a:lnTo>
                <a:lnTo>
                  <a:pt x="1822450" y="0"/>
                </a:lnTo>
                <a:close/>
              </a:path>
            </a:pathLst>
          </a:custGeom>
        </p:spPr>
        <p:txBody>
          <a:bodyPr/>
          <a:lstStyle>
            <a:lvl1pPr algn="r">
              <a:defRPr/>
            </a:lvl1pPr>
          </a:lstStyle>
          <a:p>
            <a:r>
              <a:rPr lang="hr-HR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38333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-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00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000" cy="5060127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A3ACB39-B8D1-8F54-B8E5-F02464D3F8A9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927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00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000" cy="5060127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CCE9CFE-57EC-9ED5-6DE7-EABB1761DF1C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0949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627380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6273800" cy="5060127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Picture Placeholder 11">
            <a:extLst>
              <a:ext uri="{FF2B5EF4-FFF2-40B4-BE49-F238E27FC236}">
                <a16:creationId xmlns:a16="http://schemas.microsoft.com/office/drawing/2014/main" id="{71BB27C6-96A9-FCDD-82F3-0750EEE6BC0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69149" y="549939"/>
            <a:ext cx="5026025" cy="5761961"/>
          </a:xfrm>
          <a:custGeom>
            <a:avLst/>
            <a:gdLst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0 w 5378450"/>
              <a:gd name="connsiteY4" fmla="*/ 0 h 5029200"/>
              <a:gd name="connsiteX0" fmla="*/ 2178050 w 5378450"/>
              <a:gd name="connsiteY0" fmla="*/ 0 h 5029200"/>
              <a:gd name="connsiteX1" fmla="*/ 5378450 w 5378450"/>
              <a:gd name="connsiteY1" fmla="*/ 0 h 5029200"/>
              <a:gd name="connsiteX2" fmla="*/ 5378450 w 5378450"/>
              <a:gd name="connsiteY2" fmla="*/ 5029200 h 5029200"/>
              <a:gd name="connsiteX3" fmla="*/ 0 w 5378450"/>
              <a:gd name="connsiteY3" fmla="*/ 5029200 h 5029200"/>
              <a:gd name="connsiteX4" fmla="*/ 2178050 w 5378450"/>
              <a:gd name="connsiteY4" fmla="*/ 0 h 5029200"/>
              <a:gd name="connsiteX0" fmla="*/ 1822450 w 5022850"/>
              <a:gd name="connsiteY0" fmla="*/ 0 h 5029200"/>
              <a:gd name="connsiteX1" fmla="*/ 5022850 w 5022850"/>
              <a:gd name="connsiteY1" fmla="*/ 0 h 5029200"/>
              <a:gd name="connsiteX2" fmla="*/ 5022850 w 5022850"/>
              <a:gd name="connsiteY2" fmla="*/ 5029200 h 5029200"/>
              <a:gd name="connsiteX3" fmla="*/ 0 w 5022850"/>
              <a:gd name="connsiteY3" fmla="*/ 5029200 h 5029200"/>
              <a:gd name="connsiteX4" fmla="*/ 1822450 w 5022850"/>
              <a:gd name="connsiteY4" fmla="*/ 0 h 5029200"/>
              <a:gd name="connsiteX0" fmla="*/ 1822450 w 5022850"/>
              <a:gd name="connsiteY0" fmla="*/ 1386 h 5030586"/>
              <a:gd name="connsiteX1" fmla="*/ 4383906 w 5022850"/>
              <a:gd name="connsiteY1" fmla="*/ 0 h 5030586"/>
              <a:gd name="connsiteX2" fmla="*/ 5022850 w 5022850"/>
              <a:gd name="connsiteY2" fmla="*/ 5030586 h 5030586"/>
              <a:gd name="connsiteX3" fmla="*/ 0 w 5022850"/>
              <a:gd name="connsiteY3" fmla="*/ 5030586 h 5030586"/>
              <a:gd name="connsiteX4" fmla="*/ 1822450 w 5022850"/>
              <a:gd name="connsiteY4" fmla="*/ 1386 h 5030586"/>
              <a:gd name="connsiteX0" fmla="*/ 1822450 w 4388064"/>
              <a:gd name="connsiteY0" fmla="*/ 1386 h 5030586"/>
              <a:gd name="connsiteX1" fmla="*/ 4383906 w 4388064"/>
              <a:gd name="connsiteY1" fmla="*/ 0 h 5030586"/>
              <a:gd name="connsiteX2" fmla="*/ 4388064 w 4388064"/>
              <a:gd name="connsiteY2" fmla="*/ 5029200 h 5030586"/>
              <a:gd name="connsiteX3" fmla="*/ 0 w 4388064"/>
              <a:gd name="connsiteY3" fmla="*/ 5030586 h 5030586"/>
              <a:gd name="connsiteX4" fmla="*/ 1822450 w 4388064"/>
              <a:gd name="connsiteY4" fmla="*/ 1386 h 503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88064" h="5030586">
                <a:moveTo>
                  <a:pt x="1822450" y="1386"/>
                </a:moveTo>
                <a:lnTo>
                  <a:pt x="4383906" y="0"/>
                </a:lnTo>
                <a:lnTo>
                  <a:pt x="4388064" y="5029200"/>
                </a:lnTo>
                <a:lnTo>
                  <a:pt x="0" y="5030586"/>
                </a:lnTo>
                <a:lnTo>
                  <a:pt x="1822450" y="1386"/>
                </a:lnTo>
                <a:close/>
              </a:path>
            </a:pathLst>
          </a:custGeom>
        </p:spPr>
        <p:txBody>
          <a:bodyPr/>
          <a:lstStyle>
            <a:lvl1pPr algn="r"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58C1B0-7DC5-F33B-8EC5-D1836015A1C2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681355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778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6273800" cy="5060127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FA8B81F-71A8-0367-5E4D-6BF628157A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73550" y="1251773"/>
            <a:ext cx="4478450" cy="506012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hr-HR"/>
              <a:t>Content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C45318E-40CE-9318-7467-69A589264EF5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917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250" cy="690879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FA8B81F-71A8-0367-5E4D-6BF628157A8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9750" y="2302650"/>
            <a:ext cx="11112250" cy="400924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hr-HR"/>
              <a:t>Content</a:t>
            </a: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DC2B2D6-B926-AC80-45A9-B2277CD367A6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880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250" cy="3256952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A0D57-EEEC-1BB9-394C-8470694881FB}"/>
              </a:ext>
            </a:extLst>
          </p:cNvPr>
          <p:cNvSpPr/>
          <p:nvPr userDrawn="1"/>
        </p:nvSpPr>
        <p:spPr>
          <a:xfrm>
            <a:off x="539750" y="4868334"/>
            <a:ext cx="11112250" cy="14435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B02279-637B-4ABF-E20B-C739E3579916}"/>
              </a:ext>
            </a:extLst>
          </p:cNvPr>
          <p:cNvSpPr/>
          <p:nvPr userDrawn="1"/>
        </p:nvSpPr>
        <p:spPr>
          <a:xfrm>
            <a:off x="539750" y="4868334"/>
            <a:ext cx="69850" cy="144356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3F96C1-1602-B8AD-E405-897CA8A13C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69600" y="5278121"/>
            <a:ext cx="10331880" cy="84806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88DE95-95FB-8150-A1DB-B877E35E3DCF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34B08F4-7CAF-A31D-CADD-334FA0DC2F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9600" y="4868464"/>
            <a:ext cx="10331880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31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2"/>
            <a:ext cx="6273800" cy="5060127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7A0D57-EEEC-1BB9-394C-8470694881FB}"/>
              </a:ext>
            </a:extLst>
          </p:cNvPr>
          <p:cNvSpPr/>
          <p:nvPr userDrawn="1"/>
        </p:nvSpPr>
        <p:spPr>
          <a:xfrm>
            <a:off x="7173300" y="1251772"/>
            <a:ext cx="4478700" cy="50601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B02279-637B-4ABF-E20B-C739E3579916}"/>
              </a:ext>
            </a:extLst>
          </p:cNvPr>
          <p:cNvSpPr/>
          <p:nvPr userDrawn="1"/>
        </p:nvSpPr>
        <p:spPr>
          <a:xfrm>
            <a:off x="7173676" y="1251772"/>
            <a:ext cx="69850" cy="506012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93F96C1-1602-B8AD-E405-897CA8A13C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3276" y="2018702"/>
            <a:ext cx="3688724" cy="39475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4CF00B7-F615-E073-FF4F-B90C18993728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C1A760EF-2F7A-0035-4DC6-E33C79A565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03276" y="1606058"/>
            <a:ext cx="3688724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5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773"/>
            <a:ext cx="11112250" cy="690879"/>
          </a:xfrm>
          <a:prstGeom prst="rect">
            <a:avLst/>
          </a:prstGeom>
        </p:spPr>
        <p:txBody>
          <a:bodyPr numCol="1" spcCol="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11630-62B6-6233-FEAA-458AA462C3C4}"/>
              </a:ext>
            </a:extLst>
          </p:cNvPr>
          <p:cNvSpPr/>
          <p:nvPr userDrawn="1"/>
        </p:nvSpPr>
        <p:spPr>
          <a:xfrm>
            <a:off x="790852" y="2989132"/>
            <a:ext cx="3330000" cy="3304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7F0-6753-E62D-53BC-AD1976E2B5E3}"/>
              </a:ext>
            </a:extLst>
          </p:cNvPr>
          <p:cNvSpPr/>
          <p:nvPr userDrawn="1"/>
        </p:nvSpPr>
        <p:spPr>
          <a:xfrm>
            <a:off x="4430875" y="2989132"/>
            <a:ext cx="3330000" cy="3304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71AB87-F244-6FB6-759F-F3FD70000778}"/>
              </a:ext>
            </a:extLst>
          </p:cNvPr>
          <p:cNvSpPr/>
          <p:nvPr userDrawn="1"/>
        </p:nvSpPr>
        <p:spPr>
          <a:xfrm>
            <a:off x="8071145" y="2989132"/>
            <a:ext cx="3330000" cy="3304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 </a:t>
            </a: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9986AA-7561-6DAD-B3E8-90597FCD3475}"/>
              </a:ext>
            </a:extLst>
          </p:cNvPr>
          <p:cNvSpPr/>
          <p:nvPr userDrawn="1"/>
        </p:nvSpPr>
        <p:spPr>
          <a:xfrm>
            <a:off x="790728" y="2367390"/>
            <a:ext cx="3330000" cy="6471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DEBA77-A1D4-F3EC-E949-99BAB3BA0ECE}"/>
              </a:ext>
            </a:extLst>
          </p:cNvPr>
          <p:cNvSpPr/>
          <p:nvPr userDrawn="1"/>
        </p:nvSpPr>
        <p:spPr>
          <a:xfrm>
            <a:off x="4430875" y="2367390"/>
            <a:ext cx="3330000" cy="6471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A32B4F-F301-3176-D773-896A04EF418C}"/>
              </a:ext>
            </a:extLst>
          </p:cNvPr>
          <p:cNvSpPr/>
          <p:nvPr userDrawn="1"/>
        </p:nvSpPr>
        <p:spPr>
          <a:xfrm>
            <a:off x="8071022" y="2367390"/>
            <a:ext cx="3330000" cy="64714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42AD97C-1A5D-A9E4-7CDF-1D8E3CD5E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0851" y="3194532"/>
            <a:ext cx="2969507" cy="2916000"/>
          </a:xfrm>
          <a:prstGeom prst="rect">
            <a:avLst/>
          </a:prstGeom>
        </p:spPr>
        <p:txBody>
          <a:bodyPr numCol="1" spcCol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A81ACC6-85E3-5262-1B7B-FFE2D4AFC6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1146" y="3194532"/>
            <a:ext cx="2970004" cy="2916000"/>
          </a:xfrm>
          <a:prstGeom prst="rect">
            <a:avLst/>
          </a:prstGeom>
        </p:spPr>
        <p:txBody>
          <a:bodyPr numCol="1" spcCol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5FC8D93-28DE-43B3-6BCD-096C39BFA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0853" y="3194532"/>
            <a:ext cx="3009900" cy="2916000"/>
          </a:xfrm>
          <a:prstGeom prst="rect">
            <a:avLst/>
          </a:prstGeom>
        </p:spPr>
        <p:txBody>
          <a:bodyPr numCol="1" spcCol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3CD7340-7766-07E1-3D5B-42EDCFF94948}"/>
              </a:ext>
            </a:extLst>
          </p:cNvPr>
          <p:cNvSpPr/>
          <p:nvPr userDrawn="1"/>
        </p:nvSpPr>
        <p:spPr>
          <a:xfrm>
            <a:off x="790852" y="2341990"/>
            <a:ext cx="3330000" cy="64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76853C-6C74-925F-9213-AE7DC6BE7D77}"/>
              </a:ext>
            </a:extLst>
          </p:cNvPr>
          <p:cNvSpPr/>
          <p:nvPr userDrawn="1"/>
        </p:nvSpPr>
        <p:spPr>
          <a:xfrm>
            <a:off x="4430999" y="2341990"/>
            <a:ext cx="3330000" cy="64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C81B54-8EAD-97F4-AE1A-9AA842DD1660}"/>
              </a:ext>
            </a:extLst>
          </p:cNvPr>
          <p:cNvSpPr/>
          <p:nvPr userDrawn="1"/>
        </p:nvSpPr>
        <p:spPr>
          <a:xfrm>
            <a:off x="8071146" y="2341990"/>
            <a:ext cx="3330000" cy="64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4FF7E1-0780-8DD0-EF1A-6B43B6385EE6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1D835757-CE08-5B62-48E0-C9D5F26F6E7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70851" y="2462161"/>
            <a:ext cx="2969507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583C9F1-0E98-EFEA-C20B-DDE1E447C5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0853" y="2462161"/>
            <a:ext cx="2969507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72BA139-B893-DB6D-C42C-DB6633BE7A5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51146" y="2487561"/>
            <a:ext cx="2969507" cy="406800"/>
          </a:xfrm>
          <a:prstGeom prst="rect">
            <a:avLst/>
          </a:prstGeom>
        </p:spPr>
        <p:txBody>
          <a:bodyPr anchor="b" anchorCtr="0"/>
          <a:lstStyle>
            <a:lvl1pPr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80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81531DE-BE3A-0A40-E34A-31A25344CE95}"/>
              </a:ext>
            </a:extLst>
          </p:cNvPr>
          <p:cNvGrpSpPr/>
          <p:nvPr userDrawn="1"/>
        </p:nvGrpSpPr>
        <p:grpSpPr>
          <a:xfrm>
            <a:off x="790852" y="1268227"/>
            <a:ext cx="10610296" cy="1439447"/>
            <a:chOff x="790852" y="1268227"/>
            <a:chExt cx="10610296" cy="143944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48E44F6-631A-A7D5-E06A-6B728171942C}"/>
                </a:ext>
              </a:extLst>
            </p:cNvPr>
            <p:cNvSpPr>
              <a:spLocks/>
            </p:cNvSpPr>
            <p:nvPr userDrawn="1"/>
          </p:nvSpPr>
          <p:spPr>
            <a:xfrm>
              <a:off x="790852" y="1268227"/>
              <a:ext cx="10610296" cy="14394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E43BDA-699D-98A1-8705-FD9F6C7E6F4A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784" y="1268227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F6B80C-7CE4-7A27-53BD-937856633B40}"/>
                </a:ext>
              </a:extLst>
            </p:cNvPr>
            <p:cNvSpPr>
              <a:spLocks/>
            </p:cNvSpPr>
            <p:nvPr/>
          </p:nvSpPr>
          <p:spPr>
            <a:xfrm>
              <a:off x="790852" y="1268227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071413B7-2DE1-9C03-39C5-D3ED75A0A9ED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981430" y="1448228"/>
            <a:ext cx="8235350" cy="1079446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43DCBBE-D8FC-47E6-E31F-D67AC660763F}"/>
              </a:ext>
            </a:extLst>
          </p:cNvPr>
          <p:cNvGrpSpPr/>
          <p:nvPr userDrawn="1"/>
        </p:nvGrpSpPr>
        <p:grpSpPr>
          <a:xfrm>
            <a:off x="790852" y="4870049"/>
            <a:ext cx="10610296" cy="1439447"/>
            <a:chOff x="790852" y="4870049"/>
            <a:chExt cx="10610296" cy="1439447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1613051-5A09-6FB1-ECEB-714E3E5ACD7B}"/>
                </a:ext>
              </a:extLst>
            </p:cNvPr>
            <p:cNvSpPr>
              <a:spLocks/>
            </p:cNvSpPr>
            <p:nvPr userDrawn="1"/>
          </p:nvSpPr>
          <p:spPr>
            <a:xfrm>
              <a:off x="790852" y="4870049"/>
              <a:ext cx="10610296" cy="14394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893BEE7-DB4C-6ABF-3136-59429F3FD770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784" y="487004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29FDB8D-2612-AB9A-0DB9-C9C3EC76A95C}"/>
                </a:ext>
              </a:extLst>
            </p:cNvPr>
            <p:cNvSpPr>
              <a:spLocks/>
            </p:cNvSpPr>
            <p:nvPr/>
          </p:nvSpPr>
          <p:spPr>
            <a:xfrm>
              <a:off x="790852" y="487004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981430" y="5050050"/>
            <a:ext cx="8235350" cy="1079446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9967B9C-D066-B5F9-8160-05334EB15BC8}"/>
              </a:ext>
            </a:extLst>
          </p:cNvPr>
          <p:cNvGrpSpPr/>
          <p:nvPr userDrawn="1"/>
        </p:nvGrpSpPr>
        <p:grpSpPr>
          <a:xfrm>
            <a:off x="790852" y="3070879"/>
            <a:ext cx="10610296" cy="1439447"/>
            <a:chOff x="790852" y="3070879"/>
            <a:chExt cx="10610296" cy="1439447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01643C0-14BD-3EFE-88CF-0F61AD61468B}"/>
                </a:ext>
              </a:extLst>
            </p:cNvPr>
            <p:cNvSpPr>
              <a:spLocks/>
            </p:cNvSpPr>
            <p:nvPr userDrawn="1"/>
          </p:nvSpPr>
          <p:spPr>
            <a:xfrm>
              <a:off x="790852" y="3070879"/>
              <a:ext cx="10610296" cy="14394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6A3E07C9-A78E-5F53-DA9F-D50A742CE8D4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784" y="307087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787326E-D84C-700B-74AB-EF89EA438B22}"/>
                </a:ext>
              </a:extLst>
            </p:cNvPr>
            <p:cNvSpPr>
              <a:spLocks/>
            </p:cNvSpPr>
            <p:nvPr/>
          </p:nvSpPr>
          <p:spPr>
            <a:xfrm>
              <a:off x="790852" y="3070879"/>
              <a:ext cx="1913638" cy="143944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D0FB684-206E-C907-5A96-DE9202E9C06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2981430" y="3250880"/>
            <a:ext cx="8235350" cy="1079446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7A3B125-0A45-1B5A-166A-01110ABEC6B1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Placeholder 12">
            <a:extLst>
              <a:ext uri="{FF2B5EF4-FFF2-40B4-BE49-F238E27FC236}">
                <a16:creationId xmlns:a16="http://schemas.microsoft.com/office/drawing/2014/main" id="{A0A79C08-C983-CF2D-D70D-6CAFCC6D74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75220" y="1784550"/>
            <a:ext cx="120283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73" name="Text Placeholder 12">
            <a:extLst>
              <a:ext uri="{FF2B5EF4-FFF2-40B4-BE49-F238E27FC236}">
                <a16:creationId xmlns:a16="http://schemas.microsoft.com/office/drawing/2014/main" id="{B691D766-930C-17E4-1D1B-275FC5AD4B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75220" y="3587202"/>
            <a:ext cx="120283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74" name="Text Placeholder 12">
            <a:extLst>
              <a:ext uri="{FF2B5EF4-FFF2-40B4-BE49-F238E27FC236}">
                <a16:creationId xmlns:a16="http://schemas.microsoft.com/office/drawing/2014/main" id="{10DDB801-32AB-E738-F77E-597B4D1865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3361" y="5386372"/>
            <a:ext cx="120283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51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B52ABF4-E0ED-BA05-2CBE-4F472F293850}"/>
              </a:ext>
            </a:extLst>
          </p:cNvPr>
          <p:cNvGrpSpPr/>
          <p:nvPr userDrawn="1"/>
        </p:nvGrpSpPr>
        <p:grpSpPr>
          <a:xfrm>
            <a:off x="514350" y="1323370"/>
            <a:ext cx="5221650" cy="2105627"/>
            <a:chOff x="514350" y="1375667"/>
            <a:chExt cx="5221650" cy="11603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48E44F6-631A-A7D5-E06A-6B728171942C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5E43BDA-699D-98A1-8705-FD9F6C7E6F4A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6F6B80C-7CE4-7A27-53BD-937856633B40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045459" y="1614114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E31A3D-DCAA-7ACB-4CE4-3357A188614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 Placeholder 12">
            <a:extLst>
              <a:ext uri="{FF2B5EF4-FFF2-40B4-BE49-F238E27FC236}">
                <a16:creationId xmlns:a16="http://schemas.microsoft.com/office/drawing/2014/main" id="{DBFC7D06-BB01-4B50-E300-AD8AEFDE4DE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94350" y="1784553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grpSp>
        <p:nvGrpSpPr>
          <p:cNvPr id="2" name="Group 102">
            <a:extLst>
              <a:ext uri="{FF2B5EF4-FFF2-40B4-BE49-F238E27FC236}">
                <a16:creationId xmlns:a16="http://schemas.microsoft.com/office/drawing/2014/main" id="{F5EAB4D2-096E-1363-C8DC-EB9DAE2856E9}"/>
              </a:ext>
            </a:extLst>
          </p:cNvPr>
          <p:cNvGrpSpPr/>
          <p:nvPr userDrawn="1"/>
        </p:nvGrpSpPr>
        <p:grpSpPr>
          <a:xfrm>
            <a:off x="6310604" y="1323361"/>
            <a:ext cx="5221650" cy="2105627"/>
            <a:chOff x="514350" y="1375667"/>
            <a:chExt cx="5221650" cy="1160375"/>
          </a:xfrm>
        </p:grpSpPr>
        <p:sp>
          <p:nvSpPr>
            <p:cNvPr id="4" name="Rectangle 23">
              <a:extLst>
                <a:ext uri="{FF2B5EF4-FFF2-40B4-BE49-F238E27FC236}">
                  <a16:creationId xmlns:a16="http://schemas.microsoft.com/office/drawing/2014/main" id="{2CC5FAF4-D2E2-A80E-0772-11A84D078C4C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Freeform: Shape 28">
              <a:extLst>
                <a:ext uri="{FF2B5EF4-FFF2-40B4-BE49-F238E27FC236}">
                  <a16:creationId xmlns:a16="http://schemas.microsoft.com/office/drawing/2014/main" id="{8573F28A-0FD2-0BFC-4A67-5025960FD1F8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4">
              <a:extLst>
                <a:ext uri="{FF2B5EF4-FFF2-40B4-BE49-F238E27FC236}">
                  <a16:creationId xmlns:a16="http://schemas.microsoft.com/office/drawing/2014/main" id="{DCD15672-2DD8-C109-5F2D-A5517801090F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D8D8286-9ADD-C40F-0197-7BD24575C3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41713" y="1614105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60C771C-027D-0DE3-7659-27948BF7A4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90604" y="1784544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grpSp>
        <p:nvGrpSpPr>
          <p:cNvPr id="11" name="Group 102">
            <a:extLst>
              <a:ext uri="{FF2B5EF4-FFF2-40B4-BE49-F238E27FC236}">
                <a16:creationId xmlns:a16="http://schemas.microsoft.com/office/drawing/2014/main" id="{A2A3F448-859C-D4F9-19F0-E8F14D7959B2}"/>
              </a:ext>
            </a:extLst>
          </p:cNvPr>
          <p:cNvGrpSpPr/>
          <p:nvPr userDrawn="1"/>
        </p:nvGrpSpPr>
        <p:grpSpPr>
          <a:xfrm>
            <a:off x="514350" y="3953039"/>
            <a:ext cx="5221650" cy="2105627"/>
            <a:chOff x="514350" y="1375667"/>
            <a:chExt cx="5221650" cy="1160375"/>
          </a:xfrm>
        </p:grpSpPr>
        <p:sp>
          <p:nvSpPr>
            <p:cNvPr id="12" name="Rectangle 23">
              <a:extLst>
                <a:ext uri="{FF2B5EF4-FFF2-40B4-BE49-F238E27FC236}">
                  <a16:creationId xmlns:a16="http://schemas.microsoft.com/office/drawing/2014/main" id="{AB09D80B-95A9-CC74-D5D3-81883E3496BE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28">
              <a:extLst>
                <a:ext uri="{FF2B5EF4-FFF2-40B4-BE49-F238E27FC236}">
                  <a16:creationId xmlns:a16="http://schemas.microsoft.com/office/drawing/2014/main" id="{E6D8BC6C-1024-0686-8BFA-2F362B802EC4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F2B5D600-FAF1-02FB-09CD-6AABF55C3A3F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662DE414-2FDF-8596-C0E1-47B73CA540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045459" y="4243783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B664C0AE-38D9-7471-73C3-275FA8000A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4350" y="4414222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grpSp>
        <p:nvGrpSpPr>
          <p:cNvPr id="18" name="Group 102">
            <a:extLst>
              <a:ext uri="{FF2B5EF4-FFF2-40B4-BE49-F238E27FC236}">
                <a16:creationId xmlns:a16="http://schemas.microsoft.com/office/drawing/2014/main" id="{6308BDC9-DC8E-BB16-726F-8290921A71A0}"/>
              </a:ext>
            </a:extLst>
          </p:cNvPr>
          <p:cNvGrpSpPr/>
          <p:nvPr userDrawn="1"/>
        </p:nvGrpSpPr>
        <p:grpSpPr>
          <a:xfrm>
            <a:off x="6310604" y="3953030"/>
            <a:ext cx="5221650" cy="2105627"/>
            <a:chOff x="514350" y="1375667"/>
            <a:chExt cx="5221650" cy="1160375"/>
          </a:xfrm>
        </p:grpSpPr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087370B0-2768-C730-D515-DF6B3B40CE7E}"/>
                </a:ext>
              </a:extLst>
            </p:cNvPr>
            <p:cNvSpPr>
              <a:spLocks/>
            </p:cNvSpPr>
            <p:nvPr userDrawn="1"/>
          </p:nvSpPr>
          <p:spPr>
            <a:xfrm>
              <a:off x="514350" y="1375667"/>
              <a:ext cx="5221650" cy="11603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Freeform: Shape 28">
              <a:extLst>
                <a:ext uri="{FF2B5EF4-FFF2-40B4-BE49-F238E27FC236}">
                  <a16:creationId xmlns:a16="http://schemas.microsoft.com/office/drawing/2014/main" id="{B58A2EDE-A8BD-DFB2-868D-A7926B490084}"/>
                </a:ext>
              </a:extLst>
            </p:cNvPr>
            <p:cNvSpPr>
              <a:spLocks/>
            </p:cNvSpPr>
            <p:nvPr userDrawn="1"/>
          </p:nvSpPr>
          <p:spPr>
            <a:xfrm>
              <a:off x="54753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4">
              <a:extLst>
                <a:ext uri="{FF2B5EF4-FFF2-40B4-BE49-F238E27FC236}">
                  <a16:creationId xmlns:a16="http://schemas.microsoft.com/office/drawing/2014/main" id="{EB7345C3-955E-19A9-F6A2-984B04A512D5}"/>
                </a:ext>
              </a:extLst>
            </p:cNvPr>
            <p:cNvSpPr>
              <a:spLocks/>
            </p:cNvSpPr>
            <p:nvPr/>
          </p:nvSpPr>
          <p:spPr>
            <a:xfrm>
              <a:off x="514350" y="1439865"/>
              <a:ext cx="1457287" cy="1096177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9245B1D7-23EF-23DE-E7E4-CF9082E4EBA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841713" y="4243774"/>
            <a:ext cx="3510541" cy="703824"/>
          </a:xfrm>
          <a:prstGeom prst="rect">
            <a:avLst/>
          </a:prstGeom>
        </p:spPr>
        <p:txBody>
          <a:bodyPr numCol="1" spcCol="0" anchor="ctr" anchorCtr="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5EB0135C-EE7D-3D71-A597-43E8743C2D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0604" y="4414213"/>
            <a:ext cx="874100" cy="406800"/>
          </a:xfrm>
          <a:prstGeom prst="rect">
            <a:avLst/>
          </a:prstGeom>
        </p:spPr>
        <p:txBody>
          <a:bodyPr anchor="b" anchorCtr="0"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10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oints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48E44F6-631A-A7D5-E06A-6B728171942C}"/>
              </a:ext>
            </a:extLst>
          </p:cNvPr>
          <p:cNvSpPr>
            <a:spLocks/>
          </p:cNvSpPr>
          <p:nvPr userDrawn="1"/>
        </p:nvSpPr>
        <p:spPr>
          <a:xfrm>
            <a:off x="514350" y="1439865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5E43BDA-699D-98A1-8705-FD9F6C7E6F4A}"/>
              </a:ext>
            </a:extLst>
          </p:cNvPr>
          <p:cNvSpPr>
            <a:spLocks/>
          </p:cNvSpPr>
          <p:nvPr userDrawn="1"/>
        </p:nvSpPr>
        <p:spPr>
          <a:xfrm>
            <a:off x="54753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6F6B80C-7CE4-7A27-53BD-937856633B40}"/>
              </a:ext>
            </a:extLst>
          </p:cNvPr>
          <p:cNvSpPr>
            <a:spLocks/>
          </p:cNvSpPr>
          <p:nvPr/>
        </p:nvSpPr>
        <p:spPr>
          <a:xfrm>
            <a:off x="51435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2184816" y="1824821"/>
            <a:ext cx="3384000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4DAF57-E25F-DC21-BAAC-D6748239D232}"/>
              </a:ext>
            </a:extLst>
          </p:cNvPr>
          <p:cNvSpPr>
            <a:spLocks/>
          </p:cNvSpPr>
          <p:nvPr userDrawn="1"/>
        </p:nvSpPr>
        <p:spPr>
          <a:xfrm>
            <a:off x="6096000" y="1439865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E7E9507-5C4D-D848-5C43-05F56C9C11DF}"/>
              </a:ext>
            </a:extLst>
          </p:cNvPr>
          <p:cNvSpPr>
            <a:spLocks/>
          </p:cNvSpPr>
          <p:nvPr userDrawn="1"/>
        </p:nvSpPr>
        <p:spPr>
          <a:xfrm>
            <a:off x="612918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2747934-4AB9-3B3A-FE6F-2F9B21D14033}"/>
              </a:ext>
            </a:extLst>
          </p:cNvPr>
          <p:cNvSpPr>
            <a:spLocks/>
          </p:cNvSpPr>
          <p:nvPr/>
        </p:nvSpPr>
        <p:spPr>
          <a:xfrm>
            <a:off x="6096000" y="1439865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619AE1-E201-737E-E50B-736B6B5251C1}"/>
              </a:ext>
            </a:extLst>
          </p:cNvPr>
          <p:cNvSpPr>
            <a:spLocks/>
          </p:cNvSpPr>
          <p:nvPr userDrawn="1"/>
        </p:nvSpPr>
        <p:spPr>
          <a:xfrm>
            <a:off x="514350" y="3076044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2920A59-3474-20D5-7E09-69B09E46BE9F}"/>
              </a:ext>
            </a:extLst>
          </p:cNvPr>
          <p:cNvSpPr>
            <a:spLocks/>
          </p:cNvSpPr>
          <p:nvPr userDrawn="1"/>
        </p:nvSpPr>
        <p:spPr>
          <a:xfrm>
            <a:off x="54753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2BE64789-1933-AF08-8D37-A6EB8D9225A5}"/>
              </a:ext>
            </a:extLst>
          </p:cNvPr>
          <p:cNvSpPr>
            <a:spLocks/>
          </p:cNvSpPr>
          <p:nvPr/>
        </p:nvSpPr>
        <p:spPr>
          <a:xfrm>
            <a:off x="51435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A542A3-00D9-9B17-9DAF-4ED42535CA83}"/>
              </a:ext>
            </a:extLst>
          </p:cNvPr>
          <p:cNvSpPr>
            <a:spLocks/>
          </p:cNvSpPr>
          <p:nvPr userDrawn="1"/>
        </p:nvSpPr>
        <p:spPr>
          <a:xfrm>
            <a:off x="6096000" y="3076044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027E92-8EC1-1406-985D-D713A378DC85}"/>
              </a:ext>
            </a:extLst>
          </p:cNvPr>
          <p:cNvSpPr>
            <a:spLocks/>
          </p:cNvSpPr>
          <p:nvPr userDrawn="1"/>
        </p:nvSpPr>
        <p:spPr>
          <a:xfrm>
            <a:off x="612918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947D87A4-CD11-89FF-1DC9-B364B7871EBC}"/>
              </a:ext>
            </a:extLst>
          </p:cNvPr>
          <p:cNvSpPr>
            <a:spLocks/>
          </p:cNvSpPr>
          <p:nvPr/>
        </p:nvSpPr>
        <p:spPr>
          <a:xfrm>
            <a:off x="6096000" y="3076044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4041B74-3CBE-C5AB-B031-CAD61F0B471F}"/>
              </a:ext>
            </a:extLst>
          </p:cNvPr>
          <p:cNvSpPr>
            <a:spLocks/>
          </p:cNvSpPr>
          <p:nvPr userDrawn="1"/>
        </p:nvSpPr>
        <p:spPr>
          <a:xfrm>
            <a:off x="514350" y="4720313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5C9C38AC-0306-BCFF-56F4-25C3214FBBB4}"/>
              </a:ext>
            </a:extLst>
          </p:cNvPr>
          <p:cNvSpPr>
            <a:spLocks/>
          </p:cNvSpPr>
          <p:nvPr userDrawn="1"/>
        </p:nvSpPr>
        <p:spPr>
          <a:xfrm>
            <a:off x="54753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5AE725A-CACE-E2D5-C9EF-1DB1DF635783}"/>
              </a:ext>
            </a:extLst>
          </p:cNvPr>
          <p:cNvSpPr>
            <a:spLocks/>
          </p:cNvSpPr>
          <p:nvPr/>
        </p:nvSpPr>
        <p:spPr>
          <a:xfrm>
            <a:off x="51435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501E120-0ECD-E175-F5F6-CF007459BCF7}"/>
              </a:ext>
            </a:extLst>
          </p:cNvPr>
          <p:cNvSpPr>
            <a:spLocks/>
          </p:cNvSpPr>
          <p:nvPr userDrawn="1"/>
        </p:nvSpPr>
        <p:spPr>
          <a:xfrm>
            <a:off x="6096000" y="4720313"/>
            <a:ext cx="5221650" cy="10961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3E88C496-27F4-B905-2183-B5C071DAAB9C}"/>
              </a:ext>
            </a:extLst>
          </p:cNvPr>
          <p:cNvSpPr>
            <a:spLocks/>
          </p:cNvSpPr>
          <p:nvPr userDrawn="1"/>
        </p:nvSpPr>
        <p:spPr>
          <a:xfrm>
            <a:off x="612918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10A71FE-E12D-F26A-1E37-91C85A153BC5}"/>
              </a:ext>
            </a:extLst>
          </p:cNvPr>
          <p:cNvSpPr>
            <a:spLocks/>
          </p:cNvSpPr>
          <p:nvPr/>
        </p:nvSpPr>
        <p:spPr>
          <a:xfrm>
            <a:off x="6096000" y="4720313"/>
            <a:ext cx="1457287" cy="1096177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E31A3D-DCAA-7ACB-4CE4-3357A188614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415A4530-29CA-F512-52AF-DCBCF7CD23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766467" y="1824821"/>
            <a:ext cx="3384000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E788FBA7-99C4-FA62-0EC7-0A01709FA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84816" y="3459306"/>
            <a:ext cx="3383999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13715EFB-2BF5-F769-B5D8-6847E0AA52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766467" y="3459306"/>
            <a:ext cx="3384000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D5ADCAD0-C2E7-B471-6ED5-B164387767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4816" y="5099589"/>
            <a:ext cx="3383999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BD62273-C8D8-C271-EDEB-316DD17CF5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765953" y="5099589"/>
            <a:ext cx="3384514" cy="603221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85" name="Text Placeholder 12">
            <a:extLst>
              <a:ext uri="{FF2B5EF4-FFF2-40B4-BE49-F238E27FC236}">
                <a16:creationId xmlns:a16="http://schemas.microsoft.com/office/drawing/2014/main" id="{C8699FC8-0F21-D3BD-7EEA-D198070DB4C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84816" y="1476541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87" name="Text Placeholder 12">
            <a:extLst>
              <a:ext uri="{FF2B5EF4-FFF2-40B4-BE49-F238E27FC236}">
                <a16:creationId xmlns:a16="http://schemas.microsoft.com/office/drawing/2014/main" id="{E50E4D6B-9709-0150-8FD1-DD56676BBC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66466" y="1476541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2" name="Text Placeholder 12">
            <a:extLst>
              <a:ext uri="{FF2B5EF4-FFF2-40B4-BE49-F238E27FC236}">
                <a16:creationId xmlns:a16="http://schemas.microsoft.com/office/drawing/2014/main" id="{C335C507-16CD-BF93-4577-89626917A93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60058" y="3111026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4" name="Text Placeholder 12">
            <a:extLst>
              <a:ext uri="{FF2B5EF4-FFF2-40B4-BE49-F238E27FC236}">
                <a16:creationId xmlns:a16="http://schemas.microsoft.com/office/drawing/2014/main" id="{64889E51-38B1-A57B-2D1F-9B943A7976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78408" y="3111026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6" name="Text Placeholder 12">
            <a:extLst>
              <a:ext uri="{FF2B5EF4-FFF2-40B4-BE49-F238E27FC236}">
                <a16:creationId xmlns:a16="http://schemas.microsoft.com/office/drawing/2014/main" id="{2106E6A7-FDB2-4DCF-98FB-33FAD45CF9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38793" y="4751607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98" name="Text Placeholder 12">
            <a:extLst>
              <a:ext uri="{FF2B5EF4-FFF2-40B4-BE49-F238E27FC236}">
                <a16:creationId xmlns:a16="http://schemas.microsoft.com/office/drawing/2014/main" id="{A9A811FD-004E-697C-0E9B-134A827332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84816" y="4751607"/>
            <a:ext cx="3384000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107" name="Text Placeholder 12">
            <a:extLst>
              <a:ext uri="{FF2B5EF4-FFF2-40B4-BE49-F238E27FC236}">
                <a16:creationId xmlns:a16="http://schemas.microsoft.com/office/drawing/2014/main" id="{FFA7D5B1-0ADF-7CE2-FC9F-24BE7D47173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96364" y="1656308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114" name="Text Placeholder 12">
            <a:extLst>
              <a:ext uri="{FF2B5EF4-FFF2-40B4-BE49-F238E27FC236}">
                <a16:creationId xmlns:a16="http://schemas.microsoft.com/office/drawing/2014/main" id="{60E1F58B-C4F7-DFD9-74C1-DDB1E2CAE33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98742" y="3289187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117" name="Text Placeholder 12">
            <a:extLst>
              <a:ext uri="{FF2B5EF4-FFF2-40B4-BE49-F238E27FC236}">
                <a16:creationId xmlns:a16="http://schemas.microsoft.com/office/drawing/2014/main" id="{073426FD-200F-78EF-5500-40A332B783A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6362" y="4936756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121" name="Text Placeholder 12">
            <a:extLst>
              <a:ext uri="{FF2B5EF4-FFF2-40B4-BE49-F238E27FC236}">
                <a16:creationId xmlns:a16="http://schemas.microsoft.com/office/drawing/2014/main" id="{93488802-2D05-B6BB-37E2-70582D9733A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78012" y="4936756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6</a:t>
            </a:r>
            <a:endParaRPr lang="en-US"/>
          </a:p>
        </p:txBody>
      </p:sp>
      <p:sp>
        <p:nvSpPr>
          <p:cNvPr id="124" name="Text Placeholder 12">
            <a:extLst>
              <a:ext uri="{FF2B5EF4-FFF2-40B4-BE49-F238E27FC236}">
                <a16:creationId xmlns:a16="http://schemas.microsoft.com/office/drawing/2014/main" id="{B63AE98E-0453-B96F-BDB8-B0FB6BB5B0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8012" y="3289187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5</a:t>
            </a:r>
            <a:endParaRPr lang="en-US"/>
          </a:p>
        </p:txBody>
      </p:sp>
      <p:sp>
        <p:nvSpPr>
          <p:cNvPr id="127" name="Text Placeholder 12">
            <a:extLst>
              <a:ext uri="{FF2B5EF4-FFF2-40B4-BE49-F238E27FC236}">
                <a16:creationId xmlns:a16="http://schemas.microsoft.com/office/drawing/2014/main" id="{8EE84C58-3891-0B98-1DF0-C31B6EC5E47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8012" y="1656308"/>
            <a:ext cx="698400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27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oints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511665-D895-FE76-D1C1-16FDF9F4C1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251635"/>
            <a:ext cx="11112250" cy="690879"/>
          </a:xfrm>
          <a:prstGeom prst="rect">
            <a:avLst/>
          </a:prstGeom>
        </p:spPr>
        <p:txBody>
          <a:bodyPr numCol="2" spcCol="360000"/>
          <a:lstStyle>
            <a:lvl1pPr>
              <a:defRPr sz="20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11630-62B6-6233-FEAA-458AA462C3C4}"/>
              </a:ext>
            </a:extLst>
          </p:cNvPr>
          <p:cNvSpPr/>
          <p:nvPr userDrawn="1"/>
        </p:nvSpPr>
        <p:spPr>
          <a:xfrm>
            <a:off x="790852" y="2302375"/>
            <a:ext cx="3330000" cy="400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7F0-6753-E62D-53BC-AD1976E2B5E3}"/>
              </a:ext>
            </a:extLst>
          </p:cNvPr>
          <p:cNvSpPr/>
          <p:nvPr userDrawn="1"/>
        </p:nvSpPr>
        <p:spPr>
          <a:xfrm>
            <a:off x="4430875" y="2302375"/>
            <a:ext cx="3330000" cy="400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71AB87-F244-6FB6-759F-F3FD70000778}"/>
              </a:ext>
            </a:extLst>
          </p:cNvPr>
          <p:cNvSpPr/>
          <p:nvPr userDrawn="1"/>
        </p:nvSpPr>
        <p:spPr>
          <a:xfrm>
            <a:off x="8071145" y="2302375"/>
            <a:ext cx="3330000" cy="40095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/>
              <a:t> </a:t>
            </a:r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42AD97C-1A5D-A9E4-7CDF-1D8E3CD5E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70851" y="3333507"/>
            <a:ext cx="2969507" cy="2772000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9A81ACC6-85E3-5262-1B7B-FFE2D4AFC6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51146" y="3333507"/>
            <a:ext cx="2970004" cy="2772000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5FC8D93-28DE-43B3-6BCD-096C39BFA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70853" y="3333507"/>
            <a:ext cx="3009900" cy="2772000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02BFDB8-2C11-E6CD-F08C-C666AE68A4AF}"/>
              </a:ext>
            </a:extLst>
          </p:cNvPr>
          <p:cNvGrpSpPr/>
          <p:nvPr userDrawn="1"/>
        </p:nvGrpSpPr>
        <p:grpSpPr>
          <a:xfrm>
            <a:off x="790852" y="2302374"/>
            <a:ext cx="987677" cy="719053"/>
            <a:chOff x="790852" y="1973347"/>
            <a:chExt cx="987677" cy="719053"/>
          </a:xfrm>
        </p:grpSpPr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D500396E-CB83-874F-04BF-46FE80E67B3D}"/>
                </a:ext>
              </a:extLst>
            </p:cNvPr>
            <p:cNvSpPr>
              <a:spLocks/>
            </p:cNvSpPr>
            <p:nvPr userDrawn="1"/>
          </p:nvSpPr>
          <p:spPr>
            <a:xfrm>
              <a:off x="822602" y="1973347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EBF7553-F33D-7D7F-C7CD-F8771918BAB4}"/>
                </a:ext>
              </a:extLst>
            </p:cNvPr>
            <p:cNvSpPr>
              <a:spLocks/>
            </p:cNvSpPr>
            <p:nvPr/>
          </p:nvSpPr>
          <p:spPr>
            <a:xfrm>
              <a:off x="790852" y="1973348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568716DB-96DD-3854-DA5D-1BF66469E29D}"/>
              </a:ext>
            </a:extLst>
          </p:cNvPr>
          <p:cNvSpPr txBox="1">
            <a:spLocks/>
          </p:cNvSpPr>
          <p:nvPr userDrawn="1"/>
        </p:nvSpPr>
        <p:spPr>
          <a:xfrm>
            <a:off x="907351" y="2333771"/>
            <a:ext cx="502348" cy="656259"/>
          </a:xfrm>
          <a:prstGeom prst="rect">
            <a:avLst/>
          </a:prstGeom>
        </p:spPr>
        <p:txBody>
          <a:bodyPr anchor="b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3600">
              <a:solidFill>
                <a:schemeClr val="bg1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FCEA45C-D42D-BA99-EAAF-CC7566E57348}"/>
              </a:ext>
            </a:extLst>
          </p:cNvPr>
          <p:cNvGrpSpPr/>
          <p:nvPr userDrawn="1"/>
        </p:nvGrpSpPr>
        <p:grpSpPr>
          <a:xfrm>
            <a:off x="4430875" y="2302374"/>
            <a:ext cx="987677" cy="719053"/>
            <a:chOff x="4430875" y="1973347"/>
            <a:chExt cx="987677" cy="71905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7F69198-D9D3-0618-8461-9A8B50854147}"/>
                </a:ext>
              </a:extLst>
            </p:cNvPr>
            <p:cNvSpPr>
              <a:spLocks/>
            </p:cNvSpPr>
            <p:nvPr userDrawn="1"/>
          </p:nvSpPr>
          <p:spPr>
            <a:xfrm>
              <a:off x="4462625" y="1973347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2E4FCB-34DE-7E47-83BD-783B6EB11B0F}"/>
                </a:ext>
              </a:extLst>
            </p:cNvPr>
            <p:cNvSpPr>
              <a:spLocks/>
            </p:cNvSpPr>
            <p:nvPr userDrawn="1"/>
          </p:nvSpPr>
          <p:spPr>
            <a:xfrm>
              <a:off x="4430875" y="1973348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98194AD-FA52-1F16-7908-60F9BA81E386}"/>
              </a:ext>
            </a:extLst>
          </p:cNvPr>
          <p:cNvGrpSpPr/>
          <p:nvPr userDrawn="1"/>
        </p:nvGrpSpPr>
        <p:grpSpPr>
          <a:xfrm>
            <a:off x="8070898" y="2302374"/>
            <a:ext cx="987677" cy="719053"/>
            <a:chOff x="8070898" y="1973347"/>
            <a:chExt cx="987677" cy="719053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305F920-120A-A6E3-30C2-DA445EC3DDA3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2648" y="1973347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accent3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3389346-7217-8313-A76F-E67D6288B619}"/>
                </a:ext>
              </a:extLst>
            </p:cNvPr>
            <p:cNvSpPr>
              <a:spLocks/>
            </p:cNvSpPr>
            <p:nvPr userDrawn="1"/>
          </p:nvSpPr>
          <p:spPr>
            <a:xfrm>
              <a:off x="8070898" y="1973348"/>
              <a:ext cx="955927" cy="719052"/>
            </a:xfrm>
            <a:custGeom>
              <a:avLst/>
              <a:gdLst>
                <a:gd name="connsiteX0" fmla="*/ 807654 w 1115949"/>
                <a:gd name="connsiteY0" fmla="*/ 839423 h 839422"/>
                <a:gd name="connsiteX1" fmla="*/ 0 w 1115949"/>
                <a:gd name="connsiteY1" fmla="*/ 839423 h 839422"/>
                <a:gd name="connsiteX2" fmla="*/ 0 w 1115949"/>
                <a:gd name="connsiteY2" fmla="*/ 0 h 839422"/>
                <a:gd name="connsiteX3" fmla="*/ 1115949 w 1115949"/>
                <a:gd name="connsiteY3" fmla="*/ 0 h 839422"/>
                <a:gd name="connsiteX4" fmla="*/ 807654 w 1115949"/>
                <a:gd name="connsiteY4" fmla="*/ 839423 h 839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5949" h="839422">
                  <a:moveTo>
                    <a:pt x="807654" y="839423"/>
                  </a:moveTo>
                  <a:lnTo>
                    <a:pt x="0" y="839423"/>
                  </a:lnTo>
                  <a:lnTo>
                    <a:pt x="0" y="0"/>
                  </a:lnTo>
                  <a:lnTo>
                    <a:pt x="1115949" y="0"/>
                  </a:lnTo>
                  <a:lnTo>
                    <a:pt x="807654" y="839423"/>
                  </a:lnTo>
                  <a:close/>
                </a:path>
              </a:pathLst>
            </a:custGeom>
            <a:solidFill>
              <a:schemeClr val="tx2"/>
            </a:solidFill>
            <a:ln w="4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6DD8E7-3727-0799-F7E7-9F40CE4C06C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 Placeholder 12">
            <a:extLst>
              <a:ext uri="{FF2B5EF4-FFF2-40B4-BE49-F238E27FC236}">
                <a16:creationId xmlns:a16="http://schemas.microsoft.com/office/drawing/2014/main" id="{9F36C3DB-C8EA-D16E-CD6F-8629EE1BCF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351" y="2334830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55" name="Text Placeholder 12">
            <a:extLst>
              <a:ext uri="{FF2B5EF4-FFF2-40B4-BE49-F238E27FC236}">
                <a16:creationId xmlns:a16="http://schemas.microsoft.com/office/drawing/2014/main" id="{D4A2473D-AFB2-2617-3731-3E02E745923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47374" y="2334830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5AB380C7-D4DA-0334-D3EF-97A5F77154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187397" y="2331801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59" name="Text Placeholder 12">
            <a:extLst>
              <a:ext uri="{FF2B5EF4-FFF2-40B4-BE49-F238E27FC236}">
                <a16:creationId xmlns:a16="http://schemas.microsoft.com/office/drawing/2014/main" id="{693F066D-7C89-3DEB-FEC8-ACD7BAC944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46779" y="2494640"/>
            <a:ext cx="2192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0" name="Text Placeholder 12">
            <a:extLst>
              <a:ext uri="{FF2B5EF4-FFF2-40B4-BE49-F238E27FC236}">
                <a16:creationId xmlns:a16="http://schemas.microsoft.com/office/drawing/2014/main" id="{3DB0233C-F6F4-A609-8941-CA3C0864F82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88353" y="2494640"/>
            <a:ext cx="2192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1" name="Text Placeholder 12">
            <a:extLst>
              <a:ext uri="{FF2B5EF4-FFF2-40B4-BE49-F238E27FC236}">
                <a16:creationId xmlns:a16="http://schemas.microsoft.com/office/drawing/2014/main" id="{FB5AFE43-1C3B-D47A-2CD3-C4CC6435CB7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1105" y="2494640"/>
            <a:ext cx="2192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5559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oints -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711630-62B6-6233-FEAA-458AA462C3C4}"/>
              </a:ext>
            </a:extLst>
          </p:cNvPr>
          <p:cNvSpPr/>
          <p:nvPr userDrawn="1"/>
        </p:nvSpPr>
        <p:spPr>
          <a:xfrm>
            <a:off x="539750" y="1454034"/>
            <a:ext cx="5196250" cy="21680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9F17F0-6753-E62D-53BC-AD1976E2B5E3}"/>
              </a:ext>
            </a:extLst>
          </p:cNvPr>
          <p:cNvSpPr/>
          <p:nvPr userDrawn="1"/>
        </p:nvSpPr>
        <p:spPr>
          <a:xfrm>
            <a:off x="6455874" y="1454032"/>
            <a:ext cx="5196125" cy="21680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C42AD97C-1A5D-A9E4-7CDF-1D8E3CD5EF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749" y="2353083"/>
            <a:ext cx="4836251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A5FC8D93-28DE-43B3-6BCD-096C39BFA1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5852" y="2353083"/>
            <a:ext cx="4875895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D500396E-CB83-874F-04BF-46FE80E67B3D}"/>
              </a:ext>
            </a:extLst>
          </p:cNvPr>
          <p:cNvSpPr>
            <a:spLocks/>
          </p:cNvSpPr>
          <p:nvPr userDrawn="1"/>
        </p:nvSpPr>
        <p:spPr>
          <a:xfrm>
            <a:off x="571500" y="1454033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37F69198-D9D3-0618-8461-9A8B50854147}"/>
              </a:ext>
            </a:extLst>
          </p:cNvPr>
          <p:cNvSpPr>
            <a:spLocks/>
          </p:cNvSpPr>
          <p:nvPr userDrawn="1"/>
        </p:nvSpPr>
        <p:spPr>
          <a:xfrm>
            <a:off x="6487625" y="1454031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EBF7553-F33D-7D7F-C7CD-F8771918BAB4}"/>
              </a:ext>
            </a:extLst>
          </p:cNvPr>
          <p:cNvSpPr>
            <a:spLocks/>
          </p:cNvSpPr>
          <p:nvPr/>
        </p:nvSpPr>
        <p:spPr>
          <a:xfrm>
            <a:off x="539750" y="1454034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52E4FCB-34DE-7E47-83BD-783B6EB11B0F}"/>
              </a:ext>
            </a:extLst>
          </p:cNvPr>
          <p:cNvSpPr>
            <a:spLocks/>
          </p:cNvSpPr>
          <p:nvPr userDrawn="1"/>
        </p:nvSpPr>
        <p:spPr>
          <a:xfrm>
            <a:off x="6455875" y="1454032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6DD8E7-3727-0799-F7E7-9F40CE4C06C4}"/>
              </a:ext>
            </a:extLst>
          </p:cNvPr>
          <p:cNvCxnSpPr>
            <a:cxnSpLocks/>
          </p:cNvCxnSpPr>
          <p:nvPr userDrawn="1"/>
        </p:nvCxnSpPr>
        <p:spPr>
          <a:xfrm>
            <a:off x="0" y="905336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D50AFA5-40AE-A9B1-F2C7-993BC0D27C53}"/>
              </a:ext>
            </a:extLst>
          </p:cNvPr>
          <p:cNvSpPr/>
          <p:nvPr userDrawn="1"/>
        </p:nvSpPr>
        <p:spPr>
          <a:xfrm>
            <a:off x="539750" y="3987492"/>
            <a:ext cx="5196250" cy="21680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9406A59C-2134-D36C-3B83-EE1728046AE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749" y="4886541"/>
            <a:ext cx="4836251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0EBD9B1-D662-A5EF-4A40-1A998254AB84}"/>
              </a:ext>
            </a:extLst>
          </p:cNvPr>
          <p:cNvSpPr>
            <a:spLocks/>
          </p:cNvSpPr>
          <p:nvPr userDrawn="1"/>
        </p:nvSpPr>
        <p:spPr>
          <a:xfrm>
            <a:off x="571500" y="3987491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CE3CF1F-221B-E954-FE7A-480915528F8E}"/>
              </a:ext>
            </a:extLst>
          </p:cNvPr>
          <p:cNvSpPr>
            <a:spLocks/>
          </p:cNvSpPr>
          <p:nvPr userDrawn="1"/>
        </p:nvSpPr>
        <p:spPr>
          <a:xfrm>
            <a:off x="539750" y="3987492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10422DE-484D-2670-4E76-8606873035DF}"/>
              </a:ext>
            </a:extLst>
          </p:cNvPr>
          <p:cNvSpPr/>
          <p:nvPr userDrawn="1"/>
        </p:nvSpPr>
        <p:spPr>
          <a:xfrm>
            <a:off x="6455749" y="3987491"/>
            <a:ext cx="5196250" cy="21680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ABE728EB-2E58-B5FC-1286-64EE19A440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35748" y="4886540"/>
            <a:ext cx="4836251" cy="1088953"/>
          </a:xfrm>
          <a:prstGeom prst="rect">
            <a:avLst/>
          </a:prstGeom>
        </p:spPr>
        <p:txBody>
          <a:bodyPr numCol="2" spcCol="360000"/>
          <a:lstStyle>
            <a:lvl1pPr>
              <a:defRPr sz="160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F6F010D0-D0A0-3D39-0C4C-99E963653695}"/>
              </a:ext>
            </a:extLst>
          </p:cNvPr>
          <p:cNvSpPr>
            <a:spLocks/>
          </p:cNvSpPr>
          <p:nvPr userDrawn="1"/>
        </p:nvSpPr>
        <p:spPr>
          <a:xfrm>
            <a:off x="6487499" y="3987490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accent3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8D69C0AA-2F91-851A-E57B-CCCFA25C834F}"/>
              </a:ext>
            </a:extLst>
          </p:cNvPr>
          <p:cNvSpPr>
            <a:spLocks/>
          </p:cNvSpPr>
          <p:nvPr userDrawn="1"/>
        </p:nvSpPr>
        <p:spPr>
          <a:xfrm>
            <a:off x="6455749" y="3987491"/>
            <a:ext cx="955927" cy="719052"/>
          </a:xfrm>
          <a:custGeom>
            <a:avLst/>
            <a:gdLst>
              <a:gd name="connsiteX0" fmla="*/ 807654 w 1115949"/>
              <a:gd name="connsiteY0" fmla="*/ 839423 h 839422"/>
              <a:gd name="connsiteX1" fmla="*/ 0 w 1115949"/>
              <a:gd name="connsiteY1" fmla="*/ 839423 h 839422"/>
              <a:gd name="connsiteX2" fmla="*/ 0 w 1115949"/>
              <a:gd name="connsiteY2" fmla="*/ 0 h 839422"/>
              <a:gd name="connsiteX3" fmla="*/ 1115949 w 1115949"/>
              <a:gd name="connsiteY3" fmla="*/ 0 h 839422"/>
              <a:gd name="connsiteX4" fmla="*/ 807654 w 1115949"/>
              <a:gd name="connsiteY4" fmla="*/ 839423 h 83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5949" h="839422">
                <a:moveTo>
                  <a:pt x="807654" y="839423"/>
                </a:moveTo>
                <a:lnTo>
                  <a:pt x="0" y="839423"/>
                </a:lnTo>
                <a:lnTo>
                  <a:pt x="0" y="0"/>
                </a:lnTo>
                <a:lnTo>
                  <a:pt x="1115949" y="0"/>
                </a:lnTo>
                <a:lnTo>
                  <a:pt x="807654" y="839423"/>
                </a:lnTo>
                <a:close/>
              </a:path>
            </a:pathLst>
          </a:custGeom>
          <a:solidFill>
            <a:schemeClr val="tx2"/>
          </a:solidFill>
          <a:ln w="44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Text Placeholder 12">
            <a:extLst>
              <a:ext uri="{FF2B5EF4-FFF2-40B4-BE49-F238E27FC236}">
                <a16:creationId xmlns:a16="http://schemas.microsoft.com/office/drawing/2014/main" id="{BD483AEA-92B6-738E-CC7A-91B308245C6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5442" y="1486799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52" name="Text Placeholder 12">
            <a:extLst>
              <a:ext uri="{FF2B5EF4-FFF2-40B4-BE49-F238E27FC236}">
                <a16:creationId xmlns:a16="http://schemas.microsoft.com/office/drawing/2014/main" id="{971B622E-2F54-E494-C0D9-2B50C78936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95676" y="1646299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57" name="Text Placeholder 12">
            <a:extLst>
              <a:ext uri="{FF2B5EF4-FFF2-40B4-BE49-F238E27FC236}">
                <a16:creationId xmlns:a16="http://schemas.microsoft.com/office/drawing/2014/main" id="{99A4A2DB-E6C5-A018-230C-2CB30566B78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72570" y="1480667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58" name="Text Placeholder 12">
            <a:extLst>
              <a:ext uri="{FF2B5EF4-FFF2-40B4-BE49-F238E27FC236}">
                <a16:creationId xmlns:a16="http://schemas.microsoft.com/office/drawing/2014/main" id="{6D5460B2-796E-33E2-FDC1-69CB906B46F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412804" y="1640167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1" name="Text Placeholder 12">
            <a:extLst>
              <a:ext uri="{FF2B5EF4-FFF2-40B4-BE49-F238E27FC236}">
                <a16:creationId xmlns:a16="http://schemas.microsoft.com/office/drawing/2014/main" id="{7C2F59D9-4375-DE5D-DCF2-D462B6B3320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5442" y="4020379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62" name="Text Placeholder 12">
            <a:extLst>
              <a:ext uri="{FF2B5EF4-FFF2-40B4-BE49-F238E27FC236}">
                <a16:creationId xmlns:a16="http://schemas.microsoft.com/office/drawing/2014/main" id="{BFE63371-B5B8-C5F8-E6C7-9AAA75A1CD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95676" y="4179879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65" name="Text Placeholder 12">
            <a:extLst>
              <a:ext uri="{FF2B5EF4-FFF2-40B4-BE49-F238E27FC236}">
                <a16:creationId xmlns:a16="http://schemas.microsoft.com/office/drawing/2014/main" id="{8A02B170-DF59-436B-2A7F-1954CED550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2570" y="4025326"/>
            <a:ext cx="529158" cy="655200"/>
          </a:xfrm>
          <a:prstGeom prst="rect">
            <a:avLst/>
          </a:prstGeom>
        </p:spPr>
        <p:txBody>
          <a:bodyPr anchor="b" anchorCtr="0"/>
          <a:lstStyle>
            <a:lvl1pPr algn="ctr">
              <a:defRPr sz="3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4</a:t>
            </a:r>
            <a:endParaRPr lang="en-US"/>
          </a:p>
        </p:txBody>
      </p:sp>
      <p:sp>
        <p:nvSpPr>
          <p:cNvPr id="66" name="Text Placeholder 12">
            <a:extLst>
              <a:ext uri="{FF2B5EF4-FFF2-40B4-BE49-F238E27FC236}">
                <a16:creationId xmlns:a16="http://schemas.microsoft.com/office/drawing/2014/main" id="{824CD4E8-6797-DB1E-0A75-1DC154DC171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12804" y="4184826"/>
            <a:ext cx="4060071" cy="52678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72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Points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6D8715D-1601-6D05-82D7-90C55AC261F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9750" y="264160"/>
            <a:ext cx="11112250" cy="627613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Subheading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9794-7CF8-5504-EA35-C922EB6E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2C6B-B01C-86CD-ED50-B8F768F3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885A6FE8-91CA-4FE0-B099-8DECEA9CCD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27116DF-6930-7B5D-F37E-9B6F8727A181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393422" y="1824820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78E31A3D-DCAA-7ACB-4CE4-3357A1886144}"/>
              </a:ext>
            </a:extLst>
          </p:cNvPr>
          <p:cNvCxnSpPr>
            <a:cxnSpLocks/>
          </p:cNvCxnSpPr>
          <p:nvPr userDrawn="1"/>
        </p:nvCxnSpPr>
        <p:spPr>
          <a:xfrm>
            <a:off x="0" y="891773"/>
            <a:ext cx="12192000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415A4530-29CA-F512-52AF-DCBCF7CD23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75072" y="1824820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69" name="Text Placeholder 7">
            <a:extLst>
              <a:ext uri="{FF2B5EF4-FFF2-40B4-BE49-F238E27FC236}">
                <a16:creationId xmlns:a16="http://schemas.microsoft.com/office/drawing/2014/main" id="{E788FBA7-99C4-FA62-0EC7-0A01709FA3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3422" y="3459305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13715EFB-2BF5-F769-B5D8-6847E0AA52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75072" y="3459305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77" name="Text Placeholder 7">
            <a:extLst>
              <a:ext uri="{FF2B5EF4-FFF2-40B4-BE49-F238E27FC236}">
                <a16:creationId xmlns:a16="http://schemas.microsoft.com/office/drawing/2014/main" id="{D5ADCAD0-C2E7-B471-6ED5-B164387767B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93422" y="5099588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BD62273-C8D8-C271-EDEB-316DD17CF5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74558" y="5099588"/>
            <a:ext cx="4301935" cy="1008000"/>
          </a:xfrm>
          <a:prstGeom prst="rect">
            <a:avLst/>
          </a:prstGeom>
        </p:spPr>
        <p:txBody>
          <a:bodyPr numCol="1" spcCol="0" anchor="t" anchorCtr="0"/>
          <a:lstStyle>
            <a:lvl1pPr>
              <a:defRPr sz="1200" b="0" baseline="0"/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hr-HR"/>
              <a:t>Text</a:t>
            </a:r>
            <a:endParaRPr lang="en-US"/>
          </a:p>
          <a:p>
            <a:pPr lvl="0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89C918-CD97-17AD-5F9D-8E9927850DF7}"/>
              </a:ext>
            </a:extLst>
          </p:cNvPr>
          <p:cNvCxnSpPr>
            <a:cxnSpLocks/>
          </p:cNvCxnSpPr>
          <p:nvPr userDrawn="1"/>
        </p:nvCxnSpPr>
        <p:spPr>
          <a:xfrm>
            <a:off x="1221873" y="1439865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F6E36-898F-C2EE-A028-A23BFCC31DFE}"/>
              </a:ext>
            </a:extLst>
          </p:cNvPr>
          <p:cNvCxnSpPr>
            <a:cxnSpLocks/>
          </p:cNvCxnSpPr>
          <p:nvPr userDrawn="1"/>
        </p:nvCxnSpPr>
        <p:spPr>
          <a:xfrm>
            <a:off x="1226133" y="3076044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AFA8750-EF34-9A14-12AE-AA6175816942}"/>
              </a:ext>
            </a:extLst>
          </p:cNvPr>
          <p:cNvCxnSpPr>
            <a:cxnSpLocks/>
          </p:cNvCxnSpPr>
          <p:nvPr userDrawn="1"/>
        </p:nvCxnSpPr>
        <p:spPr>
          <a:xfrm>
            <a:off x="1230923" y="4720313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5B93D6-4405-FB03-7EB4-CF86633851BC}"/>
              </a:ext>
            </a:extLst>
          </p:cNvPr>
          <p:cNvCxnSpPr>
            <a:cxnSpLocks/>
          </p:cNvCxnSpPr>
          <p:nvPr userDrawn="1"/>
        </p:nvCxnSpPr>
        <p:spPr>
          <a:xfrm>
            <a:off x="6805910" y="1439865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ED5FE8A-35C6-58A3-BEFA-61D6341CC221}"/>
              </a:ext>
            </a:extLst>
          </p:cNvPr>
          <p:cNvCxnSpPr>
            <a:cxnSpLocks/>
          </p:cNvCxnSpPr>
          <p:nvPr userDrawn="1"/>
        </p:nvCxnSpPr>
        <p:spPr>
          <a:xfrm>
            <a:off x="6805910" y="3074350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6452F1-96CC-2073-1E7D-7E9A00D505AF}"/>
              </a:ext>
            </a:extLst>
          </p:cNvPr>
          <p:cNvCxnSpPr>
            <a:cxnSpLocks/>
          </p:cNvCxnSpPr>
          <p:nvPr userDrawn="1"/>
        </p:nvCxnSpPr>
        <p:spPr>
          <a:xfrm>
            <a:off x="6805910" y="4720313"/>
            <a:ext cx="0" cy="1392955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7A9A4C58-0A99-AF15-EA64-BF2DC75703F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350" y="1449524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1</a:t>
            </a:r>
            <a:endParaRPr lang="en-US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C678673D-E77B-45F4-F973-39D73F8CC4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93422" y="1476317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1C341BA6-5CF1-0BF7-D453-0F16CAF1B37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1439864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4</a:t>
            </a:r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3EE3ADBC-1EC0-5010-970B-080BDC4A19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975072" y="1466657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F128E1F7-F4F2-50A7-358D-4C8A798EC37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350" y="3074350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2</a:t>
            </a:r>
            <a:endParaRPr lang="en-US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1A19BA03-B3E0-134D-8025-AAB4568ED8D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93422" y="3101143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45EFAE1B-F1D6-34AD-2662-BA99B3DDDB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0" y="3074350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5</a:t>
            </a:r>
            <a:endParaRPr lang="en-US"/>
          </a:p>
        </p:txBody>
      </p:sp>
      <p:sp>
        <p:nvSpPr>
          <p:cNvPr id="41" name="Text Placeholder 12">
            <a:extLst>
              <a:ext uri="{FF2B5EF4-FFF2-40B4-BE49-F238E27FC236}">
                <a16:creationId xmlns:a16="http://schemas.microsoft.com/office/drawing/2014/main" id="{1E1F1D83-4334-EA85-06C7-01B13636D71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75072" y="3101143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42" name="Text Placeholder 12">
            <a:extLst>
              <a:ext uri="{FF2B5EF4-FFF2-40B4-BE49-F238E27FC236}">
                <a16:creationId xmlns:a16="http://schemas.microsoft.com/office/drawing/2014/main" id="{7CBF6E9A-9777-FF2B-2B03-600E01014E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22290" y="4722016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3</a:t>
            </a:r>
            <a:endParaRPr lang="en-US"/>
          </a:p>
        </p:txBody>
      </p:sp>
      <p:sp>
        <p:nvSpPr>
          <p:cNvPr id="44" name="Text Placeholder 12">
            <a:extLst>
              <a:ext uri="{FF2B5EF4-FFF2-40B4-BE49-F238E27FC236}">
                <a16:creationId xmlns:a16="http://schemas.microsoft.com/office/drawing/2014/main" id="{8D963D07-967F-D167-CC8E-344D7817C05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401362" y="4748809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  <p:sp>
        <p:nvSpPr>
          <p:cNvPr id="45" name="Text Placeholder 12">
            <a:extLst>
              <a:ext uri="{FF2B5EF4-FFF2-40B4-BE49-F238E27FC236}">
                <a16:creationId xmlns:a16="http://schemas.microsoft.com/office/drawing/2014/main" id="{20B9F6F3-BCBA-DD8A-FE39-91CA9CC8AEF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95486" y="4722016"/>
            <a:ext cx="698400" cy="655200"/>
          </a:xfrm>
          <a:prstGeom prst="rect">
            <a:avLst/>
          </a:prstGeom>
        </p:spPr>
        <p:txBody>
          <a:bodyPr anchor="t" anchorCtr="0"/>
          <a:lstStyle>
            <a:lvl1pPr algn="l">
              <a:defRPr sz="4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6</a:t>
            </a:r>
            <a:endParaRPr lang="en-US"/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DF363C27-6166-9801-D0FB-58B1191F12B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74558" y="4748809"/>
            <a:ext cx="4301933" cy="248400"/>
          </a:xfrm>
          <a:prstGeom prst="rect">
            <a:avLst/>
          </a:prstGeom>
        </p:spPr>
        <p:txBody>
          <a:bodyPr anchor="t" anchorCtr="0"/>
          <a:lstStyle>
            <a:lvl1pPr algn="l"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675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2E2777-5F5A-FFAE-4933-D363D3C8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0471" y="3429000"/>
            <a:ext cx="815529" cy="1037167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8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#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C1EB05-7A78-5844-39A4-2335A012E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180493" cy="18245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Chapter Name</a:t>
            </a:r>
            <a:endParaRPr 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08BB1D-68EB-27DE-D280-43354A78646F}"/>
              </a:ext>
            </a:extLst>
          </p:cNvPr>
          <p:cNvSpPr/>
          <p:nvPr userDrawn="1"/>
        </p:nvSpPr>
        <p:spPr>
          <a:xfrm>
            <a:off x="0" y="177"/>
            <a:ext cx="3987175" cy="6857645"/>
          </a:xfrm>
          <a:custGeom>
            <a:avLst/>
            <a:gdLst>
              <a:gd name="connsiteX0" fmla="*/ 0 w 3987175"/>
              <a:gd name="connsiteY0" fmla="*/ 5791907 h 6857645"/>
              <a:gd name="connsiteX1" fmla="*/ 1853433 w 3987175"/>
              <a:gd name="connsiteY1" fmla="*/ 5791907 h 6857645"/>
              <a:gd name="connsiteX2" fmla="*/ 1460435 w 3987175"/>
              <a:gd name="connsiteY2" fmla="*/ 6857645 h 6857645"/>
              <a:gd name="connsiteX3" fmla="*/ 0 w 3987175"/>
              <a:gd name="connsiteY3" fmla="*/ 6857645 h 6857645"/>
              <a:gd name="connsiteX4" fmla="*/ 0 w 3987175"/>
              <a:gd name="connsiteY4" fmla="*/ 4879631 h 6857645"/>
              <a:gd name="connsiteX5" fmla="*/ 2189237 w 3987175"/>
              <a:gd name="connsiteY5" fmla="*/ 4879631 h 6857645"/>
              <a:gd name="connsiteX6" fmla="*/ 1914025 w 3987175"/>
              <a:gd name="connsiteY6" fmla="*/ 5626554 h 6857645"/>
              <a:gd name="connsiteX7" fmla="*/ 0 w 3987175"/>
              <a:gd name="connsiteY7" fmla="*/ 5626554 h 6857645"/>
              <a:gd name="connsiteX8" fmla="*/ 0 w 3987175"/>
              <a:gd name="connsiteY8" fmla="*/ 3967354 h 6857645"/>
              <a:gd name="connsiteX9" fmla="*/ 2525607 w 3987175"/>
              <a:gd name="connsiteY9" fmla="*/ 3967354 h 6857645"/>
              <a:gd name="connsiteX10" fmla="*/ 2250395 w 3987175"/>
              <a:gd name="connsiteY10" fmla="*/ 4714277 h 6857645"/>
              <a:gd name="connsiteX11" fmla="*/ 0 w 3987175"/>
              <a:gd name="connsiteY11" fmla="*/ 4714277 h 6857645"/>
              <a:gd name="connsiteX12" fmla="*/ 0 w 3987175"/>
              <a:gd name="connsiteY12" fmla="*/ 3055644 h 6857645"/>
              <a:gd name="connsiteX13" fmla="*/ 2861411 w 3987175"/>
              <a:gd name="connsiteY13" fmla="*/ 3055644 h 6857645"/>
              <a:gd name="connsiteX14" fmla="*/ 2586199 w 3987175"/>
              <a:gd name="connsiteY14" fmla="*/ 3802567 h 6857645"/>
              <a:gd name="connsiteX15" fmla="*/ 0 w 3987175"/>
              <a:gd name="connsiteY15" fmla="*/ 3802567 h 6857645"/>
              <a:gd name="connsiteX16" fmla="*/ 0 w 3987175"/>
              <a:gd name="connsiteY16" fmla="*/ 2143368 h 6857645"/>
              <a:gd name="connsiteX17" fmla="*/ 3197215 w 3987175"/>
              <a:gd name="connsiteY17" fmla="*/ 2143368 h 6857645"/>
              <a:gd name="connsiteX18" fmla="*/ 2922569 w 3987175"/>
              <a:gd name="connsiteY18" fmla="*/ 2890291 h 6857645"/>
              <a:gd name="connsiteX19" fmla="*/ 0 w 3987175"/>
              <a:gd name="connsiteY19" fmla="*/ 2890291 h 6857645"/>
              <a:gd name="connsiteX20" fmla="*/ 0 w 3987175"/>
              <a:gd name="connsiteY20" fmla="*/ 1231091 h 6857645"/>
              <a:gd name="connsiteX21" fmla="*/ 3533585 w 3987175"/>
              <a:gd name="connsiteY21" fmla="*/ 1231091 h 6857645"/>
              <a:gd name="connsiteX22" fmla="*/ 3258373 w 3987175"/>
              <a:gd name="connsiteY22" fmla="*/ 1978014 h 6857645"/>
              <a:gd name="connsiteX23" fmla="*/ 0 w 3987175"/>
              <a:gd name="connsiteY23" fmla="*/ 1978014 h 6857645"/>
              <a:gd name="connsiteX24" fmla="*/ 0 w 3987175"/>
              <a:gd name="connsiteY24" fmla="*/ 0 h 6857645"/>
              <a:gd name="connsiteX25" fmla="*/ 3987175 w 3987175"/>
              <a:gd name="connsiteY25" fmla="*/ 0 h 6857645"/>
              <a:gd name="connsiteX26" fmla="*/ 3594177 w 3987175"/>
              <a:gd name="connsiteY26" fmla="*/ 1066305 h 6857645"/>
              <a:gd name="connsiteX27" fmla="*/ 0 w 3987175"/>
              <a:gd name="connsiteY27" fmla="*/ 1066305 h 6857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3987175" h="6857645">
                <a:moveTo>
                  <a:pt x="0" y="5791907"/>
                </a:moveTo>
                <a:lnTo>
                  <a:pt x="1853433" y="5791907"/>
                </a:lnTo>
                <a:lnTo>
                  <a:pt x="1460435" y="6857645"/>
                </a:lnTo>
                <a:lnTo>
                  <a:pt x="0" y="6857645"/>
                </a:lnTo>
                <a:close/>
                <a:moveTo>
                  <a:pt x="0" y="4879631"/>
                </a:moveTo>
                <a:lnTo>
                  <a:pt x="2189237" y="4879631"/>
                </a:lnTo>
                <a:lnTo>
                  <a:pt x="1914025" y="5626554"/>
                </a:lnTo>
                <a:lnTo>
                  <a:pt x="0" y="5626554"/>
                </a:lnTo>
                <a:close/>
                <a:moveTo>
                  <a:pt x="0" y="3967354"/>
                </a:moveTo>
                <a:lnTo>
                  <a:pt x="2525607" y="3967354"/>
                </a:lnTo>
                <a:lnTo>
                  <a:pt x="2250395" y="4714277"/>
                </a:lnTo>
                <a:lnTo>
                  <a:pt x="0" y="4714277"/>
                </a:lnTo>
                <a:close/>
                <a:moveTo>
                  <a:pt x="0" y="3055644"/>
                </a:moveTo>
                <a:lnTo>
                  <a:pt x="2861411" y="3055644"/>
                </a:lnTo>
                <a:lnTo>
                  <a:pt x="2586199" y="3802567"/>
                </a:lnTo>
                <a:lnTo>
                  <a:pt x="0" y="3802567"/>
                </a:lnTo>
                <a:close/>
                <a:moveTo>
                  <a:pt x="0" y="2143368"/>
                </a:moveTo>
                <a:lnTo>
                  <a:pt x="3197215" y="2143368"/>
                </a:lnTo>
                <a:lnTo>
                  <a:pt x="2922569" y="2890291"/>
                </a:lnTo>
                <a:lnTo>
                  <a:pt x="0" y="2890291"/>
                </a:lnTo>
                <a:close/>
                <a:moveTo>
                  <a:pt x="0" y="1231091"/>
                </a:moveTo>
                <a:lnTo>
                  <a:pt x="3533585" y="1231091"/>
                </a:lnTo>
                <a:lnTo>
                  <a:pt x="3258373" y="1978014"/>
                </a:lnTo>
                <a:lnTo>
                  <a:pt x="0" y="1978014"/>
                </a:lnTo>
                <a:close/>
                <a:moveTo>
                  <a:pt x="0" y="0"/>
                </a:moveTo>
                <a:lnTo>
                  <a:pt x="3987175" y="0"/>
                </a:lnTo>
                <a:lnTo>
                  <a:pt x="3594177" y="1066305"/>
                </a:lnTo>
                <a:lnTo>
                  <a:pt x="0" y="1066305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225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Cover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2E2777-5F5A-FFAE-4933-D363D3C809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80471" y="3429000"/>
            <a:ext cx="815529" cy="1037167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8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hr-HR"/>
              <a:t>#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BC1EB05-7A78-5844-39A4-2335A012EE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180493" cy="18245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hr-HR"/>
              <a:t>Chapter Name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C946DB7-4505-2BB8-2AB3-B543C9876B5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"/>
            <a:ext cx="3987174" cy="6861493"/>
          </a:xfrm>
          <a:custGeom>
            <a:avLst/>
            <a:gdLst>
              <a:gd name="connsiteX0" fmla="*/ 0 w 3987174"/>
              <a:gd name="connsiteY0" fmla="*/ 0 h 6858000"/>
              <a:gd name="connsiteX1" fmla="*/ 3987174 w 3987174"/>
              <a:gd name="connsiteY1" fmla="*/ 0 h 6858000"/>
              <a:gd name="connsiteX2" fmla="*/ 3987174 w 3987174"/>
              <a:gd name="connsiteY2" fmla="*/ 6858000 h 6858000"/>
              <a:gd name="connsiteX3" fmla="*/ 0 w 3987174"/>
              <a:gd name="connsiteY3" fmla="*/ 6858000 h 6858000"/>
              <a:gd name="connsiteX4" fmla="*/ 0 w 3987174"/>
              <a:gd name="connsiteY4" fmla="*/ 0 h 6858000"/>
              <a:gd name="connsiteX0" fmla="*/ 0 w 3987174"/>
              <a:gd name="connsiteY0" fmla="*/ 0 h 6863080"/>
              <a:gd name="connsiteX1" fmla="*/ 3987174 w 3987174"/>
              <a:gd name="connsiteY1" fmla="*/ 0 h 6863080"/>
              <a:gd name="connsiteX2" fmla="*/ 1462414 w 3987174"/>
              <a:gd name="connsiteY2" fmla="*/ 6863080 h 6863080"/>
              <a:gd name="connsiteX3" fmla="*/ 0 w 3987174"/>
              <a:gd name="connsiteY3" fmla="*/ 6858000 h 6863080"/>
              <a:gd name="connsiteX4" fmla="*/ 0 w 3987174"/>
              <a:gd name="connsiteY4" fmla="*/ 0 h 6863080"/>
              <a:gd name="connsiteX0" fmla="*/ 0 w 3987174"/>
              <a:gd name="connsiteY0" fmla="*/ 0 h 6861493"/>
              <a:gd name="connsiteX1" fmla="*/ 3987174 w 3987174"/>
              <a:gd name="connsiteY1" fmla="*/ 0 h 6861493"/>
              <a:gd name="connsiteX2" fmla="*/ 1460826 w 3987174"/>
              <a:gd name="connsiteY2" fmla="*/ 6861493 h 6861493"/>
              <a:gd name="connsiteX3" fmla="*/ 0 w 3987174"/>
              <a:gd name="connsiteY3" fmla="*/ 6858000 h 6861493"/>
              <a:gd name="connsiteX4" fmla="*/ 0 w 3987174"/>
              <a:gd name="connsiteY4" fmla="*/ 0 h 6861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7174" h="6861493">
                <a:moveTo>
                  <a:pt x="0" y="0"/>
                </a:moveTo>
                <a:lnTo>
                  <a:pt x="3987174" y="0"/>
                </a:lnTo>
                <a:lnTo>
                  <a:pt x="1460826" y="6861493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13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C47E70-09CD-E834-EFD0-DADA072B822C}"/>
              </a:ext>
            </a:extLst>
          </p:cNvPr>
          <p:cNvSpPr/>
          <p:nvPr/>
        </p:nvSpPr>
        <p:spPr>
          <a:xfrm>
            <a:off x="4615744" y="177"/>
            <a:ext cx="7575688" cy="1065738"/>
          </a:xfrm>
          <a:custGeom>
            <a:avLst/>
            <a:gdLst>
              <a:gd name="connsiteX0" fmla="*/ 7575688 w 7575688"/>
              <a:gd name="connsiteY0" fmla="*/ 0 h 1065738"/>
              <a:gd name="connsiteX1" fmla="*/ 7575688 w 7575688"/>
              <a:gd name="connsiteY1" fmla="*/ 1065738 h 1065738"/>
              <a:gd name="connsiteX2" fmla="*/ 0 w 7575688"/>
              <a:gd name="connsiteY2" fmla="*/ 1065738 h 1065738"/>
              <a:gd name="connsiteX3" fmla="*/ 392998 w 7575688"/>
              <a:gd name="connsiteY3" fmla="*/ 0 h 1065738"/>
              <a:gd name="connsiteX4" fmla="*/ 7575688 w 7575688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5688" h="1065738">
                <a:moveTo>
                  <a:pt x="7575688" y="0"/>
                </a:moveTo>
                <a:lnTo>
                  <a:pt x="7575688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7575688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09C5DFE-03FE-82E4-7495-4C2358A7995A}"/>
              </a:ext>
            </a:extLst>
          </p:cNvPr>
          <p:cNvSpPr/>
          <p:nvPr/>
        </p:nvSpPr>
        <p:spPr>
          <a:xfrm>
            <a:off x="2482003" y="5792084"/>
            <a:ext cx="9709429" cy="1065738"/>
          </a:xfrm>
          <a:custGeom>
            <a:avLst/>
            <a:gdLst>
              <a:gd name="connsiteX0" fmla="*/ 9709430 w 9709429"/>
              <a:gd name="connsiteY0" fmla="*/ 0 h 1065738"/>
              <a:gd name="connsiteX1" fmla="*/ 9709430 w 9709429"/>
              <a:gd name="connsiteY1" fmla="*/ 1065738 h 1065738"/>
              <a:gd name="connsiteX2" fmla="*/ 0 w 9709429"/>
              <a:gd name="connsiteY2" fmla="*/ 1065738 h 1065738"/>
              <a:gd name="connsiteX3" fmla="*/ 392998 w 9709429"/>
              <a:gd name="connsiteY3" fmla="*/ 0 h 1065738"/>
              <a:gd name="connsiteX4" fmla="*/ 9709430 w 9709429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09429" h="1065738">
                <a:moveTo>
                  <a:pt x="9709430" y="0"/>
                </a:moveTo>
                <a:lnTo>
                  <a:pt x="9709430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9709430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1231899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Table of Contents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322233" y="1859512"/>
            <a:ext cx="7869767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2E90C4C4-4505-236A-FC95-B1F924F8719D}"/>
              </a:ext>
            </a:extLst>
          </p:cNvPr>
          <p:cNvSpPr/>
          <p:nvPr/>
        </p:nvSpPr>
        <p:spPr>
          <a:xfrm>
            <a:off x="0" y="0"/>
            <a:ext cx="4832879" cy="1066359"/>
          </a:xfrm>
          <a:custGeom>
            <a:avLst/>
            <a:gdLst>
              <a:gd name="connsiteX0" fmla="*/ 4832880 w 4832879"/>
              <a:gd name="connsiteY0" fmla="*/ 0 h 1066359"/>
              <a:gd name="connsiteX1" fmla="*/ 4439861 w 4832879"/>
              <a:gd name="connsiteY1" fmla="*/ 1066360 h 1066359"/>
              <a:gd name="connsiteX2" fmla="*/ 0 w 4832879"/>
              <a:gd name="connsiteY2" fmla="*/ 1066360 h 1066359"/>
              <a:gd name="connsiteX3" fmla="*/ 0 w 4832879"/>
              <a:gd name="connsiteY3" fmla="*/ 0 h 1066359"/>
              <a:gd name="connsiteX4" fmla="*/ 4832880 w 4832879"/>
              <a:gd name="connsiteY4" fmla="*/ 0 h 106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6359">
                <a:moveTo>
                  <a:pt x="4832880" y="0"/>
                </a:moveTo>
                <a:lnTo>
                  <a:pt x="4439861" y="1066360"/>
                </a:lnTo>
                <a:lnTo>
                  <a:pt x="0" y="1066360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502620BC-93D9-316B-03E0-9EBEDF66317E}"/>
              </a:ext>
            </a:extLst>
          </p:cNvPr>
          <p:cNvSpPr/>
          <p:nvPr/>
        </p:nvSpPr>
        <p:spPr>
          <a:xfrm>
            <a:off x="0" y="1231155"/>
            <a:ext cx="4379265" cy="746961"/>
          </a:xfrm>
          <a:custGeom>
            <a:avLst/>
            <a:gdLst>
              <a:gd name="connsiteX0" fmla="*/ 4379266 w 4379265"/>
              <a:gd name="connsiteY0" fmla="*/ 0 h 746961"/>
              <a:gd name="connsiteX1" fmla="*/ 4104040 w 4379265"/>
              <a:gd name="connsiteY1" fmla="*/ 746961 h 746961"/>
              <a:gd name="connsiteX2" fmla="*/ 0 w 4379265"/>
              <a:gd name="connsiteY2" fmla="*/ 746961 h 746961"/>
              <a:gd name="connsiteX3" fmla="*/ 0 w 4379265"/>
              <a:gd name="connsiteY3" fmla="*/ 0 h 746961"/>
              <a:gd name="connsiteX4" fmla="*/ 4379266 w 4379265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265" h="746961">
                <a:moveTo>
                  <a:pt x="4379266" y="0"/>
                </a:moveTo>
                <a:lnTo>
                  <a:pt x="4104040" y="746961"/>
                </a:lnTo>
                <a:lnTo>
                  <a:pt x="0" y="746961"/>
                </a:lnTo>
                <a:lnTo>
                  <a:pt x="0" y="0"/>
                </a:lnTo>
                <a:lnTo>
                  <a:pt x="437926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A4F590CC-9CC6-6E9F-BEB2-A90C7E3BB5B6}"/>
              </a:ext>
            </a:extLst>
          </p:cNvPr>
          <p:cNvSpPr/>
          <p:nvPr/>
        </p:nvSpPr>
        <p:spPr>
          <a:xfrm>
            <a:off x="0" y="2143478"/>
            <a:ext cx="4042878" cy="746961"/>
          </a:xfrm>
          <a:custGeom>
            <a:avLst/>
            <a:gdLst>
              <a:gd name="connsiteX0" fmla="*/ 4042879 w 4042878"/>
              <a:gd name="connsiteY0" fmla="*/ 0 h 746961"/>
              <a:gd name="connsiteX1" fmla="*/ 3767652 w 4042878"/>
              <a:gd name="connsiteY1" fmla="*/ 746961 h 746961"/>
              <a:gd name="connsiteX2" fmla="*/ 0 w 4042878"/>
              <a:gd name="connsiteY2" fmla="*/ 746961 h 746961"/>
              <a:gd name="connsiteX3" fmla="*/ 0 w 4042878"/>
              <a:gd name="connsiteY3" fmla="*/ 0 h 746961"/>
              <a:gd name="connsiteX4" fmla="*/ 4042879 w 404287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2878" h="746961">
                <a:moveTo>
                  <a:pt x="4042879" y="0"/>
                </a:moveTo>
                <a:lnTo>
                  <a:pt x="3767652" y="746961"/>
                </a:lnTo>
                <a:lnTo>
                  <a:pt x="0" y="746961"/>
                </a:lnTo>
                <a:lnTo>
                  <a:pt x="0" y="0"/>
                </a:lnTo>
                <a:lnTo>
                  <a:pt x="404287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936272A6-73DA-9F10-279D-76598DBCF8AA}"/>
              </a:ext>
            </a:extLst>
          </p:cNvPr>
          <p:cNvSpPr/>
          <p:nvPr/>
        </p:nvSpPr>
        <p:spPr>
          <a:xfrm>
            <a:off x="0" y="3055802"/>
            <a:ext cx="3707057" cy="746961"/>
          </a:xfrm>
          <a:custGeom>
            <a:avLst/>
            <a:gdLst>
              <a:gd name="connsiteX0" fmla="*/ 3707057 w 3707057"/>
              <a:gd name="connsiteY0" fmla="*/ 0 h 746961"/>
              <a:gd name="connsiteX1" fmla="*/ 3431831 w 3707057"/>
              <a:gd name="connsiteY1" fmla="*/ 746962 h 746961"/>
              <a:gd name="connsiteX2" fmla="*/ 0 w 3707057"/>
              <a:gd name="connsiteY2" fmla="*/ 746962 h 746961"/>
              <a:gd name="connsiteX3" fmla="*/ 0 w 3707057"/>
              <a:gd name="connsiteY3" fmla="*/ 0 h 746961"/>
              <a:gd name="connsiteX4" fmla="*/ 3707057 w 3707057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7057" h="746961">
                <a:moveTo>
                  <a:pt x="3707057" y="0"/>
                </a:moveTo>
                <a:lnTo>
                  <a:pt x="3431831" y="746962"/>
                </a:lnTo>
                <a:lnTo>
                  <a:pt x="0" y="746962"/>
                </a:lnTo>
                <a:lnTo>
                  <a:pt x="0" y="0"/>
                </a:lnTo>
                <a:lnTo>
                  <a:pt x="3707057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263A8A96-2372-014F-2226-0F48D8775820}"/>
              </a:ext>
            </a:extLst>
          </p:cNvPr>
          <p:cNvSpPr/>
          <p:nvPr/>
        </p:nvSpPr>
        <p:spPr>
          <a:xfrm>
            <a:off x="0" y="3967559"/>
            <a:ext cx="3371236" cy="746961"/>
          </a:xfrm>
          <a:custGeom>
            <a:avLst/>
            <a:gdLst>
              <a:gd name="connsiteX0" fmla="*/ 3371236 w 3371236"/>
              <a:gd name="connsiteY0" fmla="*/ 0 h 746961"/>
              <a:gd name="connsiteX1" fmla="*/ 3096010 w 3371236"/>
              <a:gd name="connsiteY1" fmla="*/ 746962 h 746961"/>
              <a:gd name="connsiteX2" fmla="*/ 0 w 3371236"/>
              <a:gd name="connsiteY2" fmla="*/ 746962 h 746961"/>
              <a:gd name="connsiteX3" fmla="*/ 0 w 3371236"/>
              <a:gd name="connsiteY3" fmla="*/ 0 h 746961"/>
              <a:gd name="connsiteX4" fmla="*/ 3371236 w 3371236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1236" h="746961">
                <a:moveTo>
                  <a:pt x="3371236" y="0"/>
                </a:moveTo>
                <a:lnTo>
                  <a:pt x="3096010" y="746962"/>
                </a:lnTo>
                <a:lnTo>
                  <a:pt x="0" y="746962"/>
                </a:lnTo>
                <a:lnTo>
                  <a:pt x="0" y="0"/>
                </a:lnTo>
                <a:lnTo>
                  <a:pt x="337123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B8EAFDEA-7A64-FC4B-297E-A5F4642762C1}"/>
              </a:ext>
            </a:extLst>
          </p:cNvPr>
          <p:cNvSpPr/>
          <p:nvPr/>
        </p:nvSpPr>
        <p:spPr>
          <a:xfrm>
            <a:off x="0" y="4879883"/>
            <a:ext cx="3034848" cy="746961"/>
          </a:xfrm>
          <a:custGeom>
            <a:avLst/>
            <a:gdLst>
              <a:gd name="connsiteX0" fmla="*/ 3034849 w 3034848"/>
              <a:gd name="connsiteY0" fmla="*/ 0 h 746961"/>
              <a:gd name="connsiteX1" fmla="*/ 2759623 w 3034848"/>
              <a:gd name="connsiteY1" fmla="*/ 746961 h 746961"/>
              <a:gd name="connsiteX2" fmla="*/ 0 w 3034848"/>
              <a:gd name="connsiteY2" fmla="*/ 746961 h 746961"/>
              <a:gd name="connsiteX3" fmla="*/ 0 w 3034848"/>
              <a:gd name="connsiteY3" fmla="*/ 0 h 746961"/>
              <a:gd name="connsiteX4" fmla="*/ 3034849 w 303484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4848" h="746961">
                <a:moveTo>
                  <a:pt x="3034849" y="0"/>
                </a:moveTo>
                <a:lnTo>
                  <a:pt x="2759623" y="746961"/>
                </a:lnTo>
                <a:lnTo>
                  <a:pt x="0" y="746961"/>
                </a:lnTo>
                <a:lnTo>
                  <a:pt x="0" y="0"/>
                </a:lnTo>
                <a:lnTo>
                  <a:pt x="303484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6" name="Freeform: Shape 65">
            <a:extLst>
              <a:ext uri="{FF2B5EF4-FFF2-40B4-BE49-F238E27FC236}">
                <a16:creationId xmlns:a16="http://schemas.microsoft.com/office/drawing/2014/main" id="{B05522E9-EA68-3426-ACB7-47BE865DA206}"/>
              </a:ext>
            </a:extLst>
          </p:cNvPr>
          <p:cNvSpPr/>
          <p:nvPr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2554C2A2-EE34-95C7-1C09-F2C9710FB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8043" y="2317224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01</a:t>
            </a:r>
            <a:endParaRPr lang="en-US"/>
          </a:p>
        </p:txBody>
      </p:sp>
      <p:sp>
        <p:nvSpPr>
          <p:cNvPr id="92" name="Text Placeholder 90">
            <a:extLst>
              <a:ext uri="{FF2B5EF4-FFF2-40B4-BE49-F238E27FC236}">
                <a16:creationId xmlns:a16="http://schemas.microsoft.com/office/drawing/2014/main" id="{A426F4EF-C9A7-E448-7309-31D054983A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8043" y="2674057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02</a:t>
            </a:r>
            <a:endParaRPr lang="en-US"/>
          </a:p>
        </p:txBody>
      </p:sp>
      <p:sp>
        <p:nvSpPr>
          <p:cNvPr id="93" name="Text Placeholder 90">
            <a:extLst>
              <a:ext uri="{FF2B5EF4-FFF2-40B4-BE49-F238E27FC236}">
                <a16:creationId xmlns:a16="http://schemas.microsoft.com/office/drawing/2014/main" id="{CD5344EC-CA40-9773-AE18-69B2D96CD9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8043" y="3030890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03</a:t>
            </a:r>
            <a:endParaRPr lang="en-US"/>
          </a:p>
        </p:txBody>
      </p:sp>
      <p:sp>
        <p:nvSpPr>
          <p:cNvPr id="94" name="Text Placeholder 90">
            <a:extLst>
              <a:ext uri="{FF2B5EF4-FFF2-40B4-BE49-F238E27FC236}">
                <a16:creationId xmlns:a16="http://schemas.microsoft.com/office/drawing/2014/main" id="{A07A3075-0335-9E13-23AA-61272466CF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8043" y="3387723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04</a:t>
            </a:r>
            <a:endParaRPr lang="en-US"/>
          </a:p>
        </p:txBody>
      </p:sp>
      <p:sp>
        <p:nvSpPr>
          <p:cNvPr id="95" name="Text Placeholder 90">
            <a:extLst>
              <a:ext uri="{FF2B5EF4-FFF2-40B4-BE49-F238E27FC236}">
                <a16:creationId xmlns:a16="http://schemas.microsoft.com/office/drawing/2014/main" id="{FAD316DE-0744-FC78-65F4-6C9D81293D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8043" y="3744556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05</a:t>
            </a:r>
            <a:endParaRPr lang="en-US"/>
          </a:p>
        </p:txBody>
      </p:sp>
      <p:sp>
        <p:nvSpPr>
          <p:cNvPr id="96" name="Text Placeholder 90">
            <a:extLst>
              <a:ext uri="{FF2B5EF4-FFF2-40B4-BE49-F238E27FC236}">
                <a16:creationId xmlns:a16="http://schemas.microsoft.com/office/drawing/2014/main" id="{0DE0C9D9-C4BA-BE7F-A45D-EE7ECE1018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8043" y="4101389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06</a:t>
            </a:r>
            <a:endParaRPr lang="en-US"/>
          </a:p>
        </p:txBody>
      </p:sp>
      <p:sp>
        <p:nvSpPr>
          <p:cNvPr id="97" name="Text Placeholder 90">
            <a:extLst>
              <a:ext uri="{FF2B5EF4-FFF2-40B4-BE49-F238E27FC236}">
                <a16:creationId xmlns:a16="http://schemas.microsoft.com/office/drawing/2014/main" id="{699884AC-13FF-C9FD-6A37-A61E6D170A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8043" y="4458222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07</a:t>
            </a:r>
            <a:endParaRPr lang="en-US"/>
          </a:p>
        </p:txBody>
      </p:sp>
      <p:sp>
        <p:nvSpPr>
          <p:cNvPr id="98" name="Text Placeholder 90">
            <a:extLst>
              <a:ext uri="{FF2B5EF4-FFF2-40B4-BE49-F238E27FC236}">
                <a16:creationId xmlns:a16="http://schemas.microsoft.com/office/drawing/2014/main" id="{AA55A0E6-2B71-D379-6651-7C6FD0608D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043" y="4815055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08</a:t>
            </a:r>
            <a:endParaRPr lang="en-US"/>
          </a:p>
        </p:txBody>
      </p:sp>
      <p:sp>
        <p:nvSpPr>
          <p:cNvPr id="99" name="Text Placeholder 90">
            <a:extLst>
              <a:ext uri="{FF2B5EF4-FFF2-40B4-BE49-F238E27FC236}">
                <a16:creationId xmlns:a16="http://schemas.microsoft.com/office/drawing/2014/main" id="{8480BB44-EC65-1034-1450-AFCF48E9FAD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8043" y="5171891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09</a:t>
            </a:r>
            <a:endParaRPr lang="en-US"/>
          </a:p>
        </p:txBody>
      </p:sp>
      <p:sp>
        <p:nvSpPr>
          <p:cNvPr id="100" name="Text Placeholder 90">
            <a:extLst>
              <a:ext uri="{FF2B5EF4-FFF2-40B4-BE49-F238E27FC236}">
                <a16:creationId xmlns:a16="http://schemas.microsoft.com/office/drawing/2014/main" id="{6CD0CD6E-78AF-7C09-78AF-7CD8BD05336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3633" y="2317224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01</a:t>
            </a:r>
            <a:endParaRPr lang="en-US"/>
          </a:p>
        </p:txBody>
      </p:sp>
      <p:sp>
        <p:nvSpPr>
          <p:cNvPr id="101" name="Text Placeholder 90">
            <a:extLst>
              <a:ext uri="{FF2B5EF4-FFF2-40B4-BE49-F238E27FC236}">
                <a16:creationId xmlns:a16="http://schemas.microsoft.com/office/drawing/2014/main" id="{E35D53D1-5289-FCF5-E9E5-06B0F185EFB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03633" y="2674057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102" name="Text Placeholder 90">
            <a:extLst>
              <a:ext uri="{FF2B5EF4-FFF2-40B4-BE49-F238E27FC236}">
                <a16:creationId xmlns:a16="http://schemas.microsoft.com/office/drawing/2014/main" id="{01F58BB3-D07A-0970-E8FA-F19127A67B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03633" y="3030890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103" name="Text Placeholder 90">
            <a:extLst>
              <a:ext uri="{FF2B5EF4-FFF2-40B4-BE49-F238E27FC236}">
                <a16:creationId xmlns:a16="http://schemas.microsoft.com/office/drawing/2014/main" id="{2BB8D759-C2FE-D645-DF71-71BCCE2AFFA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3633" y="3387723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03</a:t>
            </a:r>
            <a:endParaRPr lang="en-US"/>
          </a:p>
        </p:txBody>
      </p:sp>
      <p:sp>
        <p:nvSpPr>
          <p:cNvPr id="104" name="Text Placeholder 90">
            <a:extLst>
              <a:ext uri="{FF2B5EF4-FFF2-40B4-BE49-F238E27FC236}">
                <a16:creationId xmlns:a16="http://schemas.microsoft.com/office/drawing/2014/main" id="{6B00E6BE-F133-B8D0-53E4-E65245D9680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03633" y="3744556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02</a:t>
            </a:r>
            <a:endParaRPr lang="en-US"/>
          </a:p>
        </p:txBody>
      </p:sp>
      <p:sp>
        <p:nvSpPr>
          <p:cNvPr id="105" name="Text Placeholder 90">
            <a:extLst>
              <a:ext uri="{FF2B5EF4-FFF2-40B4-BE49-F238E27FC236}">
                <a16:creationId xmlns:a16="http://schemas.microsoft.com/office/drawing/2014/main" id="{8E21BC6C-C387-46F3-3D5D-6DAC50A156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03633" y="4101389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106" name="Text Placeholder 90">
            <a:extLst>
              <a:ext uri="{FF2B5EF4-FFF2-40B4-BE49-F238E27FC236}">
                <a16:creationId xmlns:a16="http://schemas.microsoft.com/office/drawing/2014/main" id="{52B276B3-E947-A1B0-F931-605D02AA26F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03633" y="4458222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107" name="Text Placeholder 90">
            <a:extLst>
              <a:ext uri="{FF2B5EF4-FFF2-40B4-BE49-F238E27FC236}">
                <a16:creationId xmlns:a16="http://schemas.microsoft.com/office/drawing/2014/main" id="{9A5A3929-B364-AE37-2923-92B4401D4E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3633" y="4815055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03</a:t>
            </a:r>
            <a:endParaRPr lang="en-US"/>
          </a:p>
        </p:txBody>
      </p:sp>
      <p:sp>
        <p:nvSpPr>
          <p:cNvPr id="108" name="Text Placeholder 90">
            <a:extLst>
              <a:ext uri="{FF2B5EF4-FFF2-40B4-BE49-F238E27FC236}">
                <a16:creationId xmlns:a16="http://schemas.microsoft.com/office/drawing/2014/main" id="{D4F5E0B7-471B-275D-2F46-CC680C403E0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03633" y="5171891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032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EC47E70-09CD-E834-EFD0-DADA072B822C}"/>
              </a:ext>
            </a:extLst>
          </p:cNvPr>
          <p:cNvSpPr/>
          <p:nvPr/>
        </p:nvSpPr>
        <p:spPr>
          <a:xfrm>
            <a:off x="4615744" y="177"/>
            <a:ext cx="7575688" cy="1065738"/>
          </a:xfrm>
          <a:custGeom>
            <a:avLst/>
            <a:gdLst>
              <a:gd name="connsiteX0" fmla="*/ 7575688 w 7575688"/>
              <a:gd name="connsiteY0" fmla="*/ 0 h 1065738"/>
              <a:gd name="connsiteX1" fmla="*/ 7575688 w 7575688"/>
              <a:gd name="connsiteY1" fmla="*/ 1065738 h 1065738"/>
              <a:gd name="connsiteX2" fmla="*/ 0 w 7575688"/>
              <a:gd name="connsiteY2" fmla="*/ 1065738 h 1065738"/>
              <a:gd name="connsiteX3" fmla="*/ 392998 w 7575688"/>
              <a:gd name="connsiteY3" fmla="*/ 0 h 1065738"/>
              <a:gd name="connsiteX4" fmla="*/ 7575688 w 7575688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75688" h="1065738">
                <a:moveTo>
                  <a:pt x="7575688" y="0"/>
                </a:moveTo>
                <a:lnTo>
                  <a:pt x="7575688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7575688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09C5DFE-03FE-82E4-7495-4C2358A7995A}"/>
              </a:ext>
            </a:extLst>
          </p:cNvPr>
          <p:cNvSpPr/>
          <p:nvPr/>
        </p:nvSpPr>
        <p:spPr>
          <a:xfrm>
            <a:off x="2482003" y="5792084"/>
            <a:ext cx="9709429" cy="1065738"/>
          </a:xfrm>
          <a:custGeom>
            <a:avLst/>
            <a:gdLst>
              <a:gd name="connsiteX0" fmla="*/ 9709430 w 9709429"/>
              <a:gd name="connsiteY0" fmla="*/ 0 h 1065738"/>
              <a:gd name="connsiteX1" fmla="*/ 9709430 w 9709429"/>
              <a:gd name="connsiteY1" fmla="*/ 1065738 h 1065738"/>
              <a:gd name="connsiteX2" fmla="*/ 0 w 9709429"/>
              <a:gd name="connsiteY2" fmla="*/ 1065738 h 1065738"/>
              <a:gd name="connsiteX3" fmla="*/ 392998 w 9709429"/>
              <a:gd name="connsiteY3" fmla="*/ 0 h 1065738"/>
              <a:gd name="connsiteX4" fmla="*/ 9709430 w 9709429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09429" h="1065738">
                <a:moveTo>
                  <a:pt x="9709430" y="0"/>
                </a:moveTo>
                <a:lnTo>
                  <a:pt x="9709430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9709430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538028A-D314-6A41-25CE-8B178FD1CF33}"/>
              </a:ext>
            </a:extLst>
          </p:cNvPr>
          <p:cNvSpPr/>
          <p:nvPr/>
        </p:nvSpPr>
        <p:spPr>
          <a:xfrm>
            <a:off x="0" y="0"/>
            <a:ext cx="4832879" cy="1065793"/>
          </a:xfrm>
          <a:custGeom>
            <a:avLst/>
            <a:gdLst>
              <a:gd name="connsiteX0" fmla="*/ 4832880 w 4832879"/>
              <a:gd name="connsiteY0" fmla="*/ 0 h 1065793"/>
              <a:gd name="connsiteX1" fmla="*/ 4440427 w 4832879"/>
              <a:gd name="connsiteY1" fmla="*/ 1065793 h 1065793"/>
              <a:gd name="connsiteX2" fmla="*/ 0 w 4832879"/>
              <a:gd name="connsiteY2" fmla="*/ 1065793 h 1065793"/>
              <a:gd name="connsiteX3" fmla="*/ 0 w 4832879"/>
              <a:gd name="connsiteY3" fmla="*/ 0 h 1065793"/>
              <a:gd name="connsiteX4" fmla="*/ 4832880 w 4832879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5793">
                <a:moveTo>
                  <a:pt x="4832880" y="0"/>
                </a:moveTo>
                <a:lnTo>
                  <a:pt x="4440427" y="1065793"/>
                </a:lnTo>
                <a:lnTo>
                  <a:pt x="0" y="1065793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A8B6154-2A76-8300-E601-6C0AE3B45D1B}"/>
              </a:ext>
            </a:extLst>
          </p:cNvPr>
          <p:cNvSpPr/>
          <p:nvPr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1231899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Table of Contents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322233" y="1859512"/>
            <a:ext cx="7869767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3FB3B0DB-465F-15CD-5EE6-95D9DA0D02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899"/>
            <a:ext cx="4379913" cy="4394200"/>
          </a:xfrm>
          <a:custGeom>
            <a:avLst/>
            <a:gdLst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4379913 w 4379913"/>
              <a:gd name="connsiteY2" fmla="*/ 4394200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2757488 w 4379913"/>
              <a:gd name="connsiteY2" fmla="*/ 4391025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913" h="4394200">
                <a:moveTo>
                  <a:pt x="0" y="0"/>
                </a:moveTo>
                <a:lnTo>
                  <a:pt x="4379913" y="0"/>
                </a:lnTo>
                <a:lnTo>
                  <a:pt x="2757488" y="4391025"/>
                </a:lnTo>
                <a:lnTo>
                  <a:pt x="0" y="43942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2" name="Text Placeholder 90">
            <a:extLst>
              <a:ext uri="{FF2B5EF4-FFF2-40B4-BE49-F238E27FC236}">
                <a16:creationId xmlns:a16="http://schemas.microsoft.com/office/drawing/2014/main" id="{0E2BA56B-5311-B13F-2F7F-049182971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8043" y="2317224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01</a:t>
            </a:r>
            <a:endParaRPr lang="en-US"/>
          </a:p>
        </p:txBody>
      </p:sp>
      <p:sp>
        <p:nvSpPr>
          <p:cNvPr id="3" name="Text Placeholder 90">
            <a:extLst>
              <a:ext uri="{FF2B5EF4-FFF2-40B4-BE49-F238E27FC236}">
                <a16:creationId xmlns:a16="http://schemas.microsoft.com/office/drawing/2014/main" id="{7DAB3DEA-6993-04F0-4CDB-F2384AA1FE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8043" y="2674057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02</a:t>
            </a:r>
            <a:endParaRPr lang="en-US"/>
          </a:p>
        </p:txBody>
      </p:sp>
      <p:sp>
        <p:nvSpPr>
          <p:cNvPr id="4" name="Text Placeholder 90">
            <a:extLst>
              <a:ext uri="{FF2B5EF4-FFF2-40B4-BE49-F238E27FC236}">
                <a16:creationId xmlns:a16="http://schemas.microsoft.com/office/drawing/2014/main" id="{D5FBA03B-7D30-76B5-4F43-0B5113301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8043" y="3030890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03</a:t>
            </a:r>
            <a:endParaRPr lang="en-US"/>
          </a:p>
        </p:txBody>
      </p:sp>
      <p:sp>
        <p:nvSpPr>
          <p:cNvPr id="5" name="Text Placeholder 90">
            <a:extLst>
              <a:ext uri="{FF2B5EF4-FFF2-40B4-BE49-F238E27FC236}">
                <a16:creationId xmlns:a16="http://schemas.microsoft.com/office/drawing/2014/main" id="{080C9B96-19FB-908A-BD83-FCA0B610F6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8043" y="3387723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04</a:t>
            </a:r>
            <a:endParaRPr lang="en-US"/>
          </a:p>
        </p:txBody>
      </p:sp>
      <p:sp>
        <p:nvSpPr>
          <p:cNvPr id="6" name="Text Placeholder 90">
            <a:extLst>
              <a:ext uri="{FF2B5EF4-FFF2-40B4-BE49-F238E27FC236}">
                <a16:creationId xmlns:a16="http://schemas.microsoft.com/office/drawing/2014/main" id="{1542F53E-9E8E-2A0A-F903-1053BB17E9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8043" y="3744556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05</a:t>
            </a:r>
            <a:endParaRPr lang="en-US"/>
          </a:p>
        </p:txBody>
      </p:sp>
      <p:sp>
        <p:nvSpPr>
          <p:cNvPr id="7" name="Text Placeholder 90">
            <a:extLst>
              <a:ext uri="{FF2B5EF4-FFF2-40B4-BE49-F238E27FC236}">
                <a16:creationId xmlns:a16="http://schemas.microsoft.com/office/drawing/2014/main" id="{49B284E3-4D25-62B0-2936-BEDB7ABAEF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8043" y="4101389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06</a:t>
            </a:r>
            <a:endParaRPr lang="en-US"/>
          </a:p>
        </p:txBody>
      </p:sp>
      <p:sp>
        <p:nvSpPr>
          <p:cNvPr id="10" name="Text Placeholder 90">
            <a:extLst>
              <a:ext uri="{FF2B5EF4-FFF2-40B4-BE49-F238E27FC236}">
                <a16:creationId xmlns:a16="http://schemas.microsoft.com/office/drawing/2014/main" id="{8BB0DE1A-85CC-8916-45F7-48D5F58197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8043" y="4458222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07</a:t>
            </a:r>
            <a:endParaRPr lang="en-US"/>
          </a:p>
        </p:txBody>
      </p:sp>
      <p:sp>
        <p:nvSpPr>
          <p:cNvPr id="12" name="Text Placeholder 90">
            <a:extLst>
              <a:ext uri="{FF2B5EF4-FFF2-40B4-BE49-F238E27FC236}">
                <a16:creationId xmlns:a16="http://schemas.microsoft.com/office/drawing/2014/main" id="{AC5C6D9F-62BF-40D8-10D8-1196ED122CC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8043" y="4815055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08</a:t>
            </a:r>
            <a:endParaRPr lang="en-US"/>
          </a:p>
        </p:txBody>
      </p:sp>
      <p:sp>
        <p:nvSpPr>
          <p:cNvPr id="14" name="Text Placeholder 90">
            <a:extLst>
              <a:ext uri="{FF2B5EF4-FFF2-40B4-BE49-F238E27FC236}">
                <a16:creationId xmlns:a16="http://schemas.microsoft.com/office/drawing/2014/main" id="{432844E1-8E65-CE84-FE68-DADAA753284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8043" y="5171891"/>
            <a:ext cx="1436400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09</a:t>
            </a:r>
            <a:endParaRPr lang="en-US"/>
          </a:p>
        </p:txBody>
      </p:sp>
      <p:sp>
        <p:nvSpPr>
          <p:cNvPr id="16" name="Text Placeholder 90">
            <a:extLst>
              <a:ext uri="{FF2B5EF4-FFF2-40B4-BE49-F238E27FC236}">
                <a16:creationId xmlns:a16="http://schemas.microsoft.com/office/drawing/2014/main" id="{BFCCEB32-D774-8108-6670-90BE96F55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03633" y="2317224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01</a:t>
            </a:r>
            <a:endParaRPr lang="en-US"/>
          </a:p>
        </p:txBody>
      </p:sp>
      <p:sp>
        <p:nvSpPr>
          <p:cNvPr id="17" name="Text Placeholder 90">
            <a:extLst>
              <a:ext uri="{FF2B5EF4-FFF2-40B4-BE49-F238E27FC236}">
                <a16:creationId xmlns:a16="http://schemas.microsoft.com/office/drawing/2014/main" id="{6BF499DC-8199-DF86-2582-29B0947AE88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03633" y="2674057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18" name="Text Placeholder 90">
            <a:extLst>
              <a:ext uri="{FF2B5EF4-FFF2-40B4-BE49-F238E27FC236}">
                <a16:creationId xmlns:a16="http://schemas.microsoft.com/office/drawing/2014/main" id="{D261D25C-B94B-F885-E25C-EA94ED0C84F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03633" y="3030890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19" name="Text Placeholder 90">
            <a:extLst>
              <a:ext uri="{FF2B5EF4-FFF2-40B4-BE49-F238E27FC236}">
                <a16:creationId xmlns:a16="http://schemas.microsoft.com/office/drawing/2014/main" id="{E6DECCD2-2609-4D65-1C95-6514FBCC598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903633" y="3387723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03</a:t>
            </a:r>
            <a:endParaRPr lang="en-US"/>
          </a:p>
        </p:txBody>
      </p:sp>
      <p:sp>
        <p:nvSpPr>
          <p:cNvPr id="20" name="Text Placeholder 90">
            <a:extLst>
              <a:ext uri="{FF2B5EF4-FFF2-40B4-BE49-F238E27FC236}">
                <a16:creationId xmlns:a16="http://schemas.microsoft.com/office/drawing/2014/main" id="{31EE8E50-794F-627D-20CE-28977245394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03633" y="3744556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02</a:t>
            </a:r>
            <a:endParaRPr lang="en-US"/>
          </a:p>
        </p:txBody>
      </p:sp>
      <p:sp>
        <p:nvSpPr>
          <p:cNvPr id="21" name="Text Placeholder 90">
            <a:extLst>
              <a:ext uri="{FF2B5EF4-FFF2-40B4-BE49-F238E27FC236}">
                <a16:creationId xmlns:a16="http://schemas.microsoft.com/office/drawing/2014/main" id="{FBCAAC9E-2DD1-F791-B552-79E1C5DC487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03633" y="4101389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  <p:sp>
        <p:nvSpPr>
          <p:cNvPr id="22" name="Text Placeholder 90">
            <a:extLst>
              <a:ext uri="{FF2B5EF4-FFF2-40B4-BE49-F238E27FC236}">
                <a16:creationId xmlns:a16="http://schemas.microsoft.com/office/drawing/2014/main" id="{540111E9-8D99-2B55-CF27-84936F2DF3C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903633" y="4458222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02</a:t>
            </a:r>
            <a:endParaRPr lang="en-US"/>
          </a:p>
        </p:txBody>
      </p:sp>
      <p:sp>
        <p:nvSpPr>
          <p:cNvPr id="24" name="Text Placeholder 90">
            <a:extLst>
              <a:ext uri="{FF2B5EF4-FFF2-40B4-BE49-F238E27FC236}">
                <a16:creationId xmlns:a16="http://schemas.microsoft.com/office/drawing/2014/main" id="{94886D30-D977-01AC-5C9D-02B609CC2F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903633" y="4815055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 Heading 03</a:t>
            </a:r>
            <a:endParaRPr lang="en-US"/>
          </a:p>
        </p:txBody>
      </p:sp>
      <p:sp>
        <p:nvSpPr>
          <p:cNvPr id="25" name="Text Placeholder 90">
            <a:extLst>
              <a:ext uri="{FF2B5EF4-FFF2-40B4-BE49-F238E27FC236}">
                <a16:creationId xmlns:a16="http://schemas.microsoft.com/office/drawing/2014/main" id="{D2DE3EC7-AF9C-DEA1-1ECE-2ABED0B774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03633" y="5171891"/>
            <a:ext cx="3722967" cy="248400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hr-HR"/>
              <a:t>Sunheading 01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729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438180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Abbreviations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615744" y="1071105"/>
            <a:ext cx="7576256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81C5268-8273-5287-9ECD-ABD66BA8D866}"/>
              </a:ext>
            </a:extLst>
          </p:cNvPr>
          <p:cNvSpPr/>
          <p:nvPr userDrawn="1"/>
        </p:nvSpPr>
        <p:spPr>
          <a:xfrm>
            <a:off x="0" y="0"/>
            <a:ext cx="4832879" cy="1066359"/>
          </a:xfrm>
          <a:custGeom>
            <a:avLst/>
            <a:gdLst>
              <a:gd name="connsiteX0" fmla="*/ 4832880 w 4832879"/>
              <a:gd name="connsiteY0" fmla="*/ 0 h 1066359"/>
              <a:gd name="connsiteX1" fmla="*/ 4439861 w 4832879"/>
              <a:gd name="connsiteY1" fmla="*/ 1066360 h 1066359"/>
              <a:gd name="connsiteX2" fmla="*/ 0 w 4832879"/>
              <a:gd name="connsiteY2" fmla="*/ 1066360 h 1066359"/>
              <a:gd name="connsiteX3" fmla="*/ 0 w 4832879"/>
              <a:gd name="connsiteY3" fmla="*/ 0 h 1066359"/>
              <a:gd name="connsiteX4" fmla="*/ 4832880 w 4832879"/>
              <a:gd name="connsiteY4" fmla="*/ 0 h 1066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6359">
                <a:moveTo>
                  <a:pt x="4832880" y="0"/>
                </a:moveTo>
                <a:lnTo>
                  <a:pt x="4439861" y="1066360"/>
                </a:lnTo>
                <a:lnTo>
                  <a:pt x="0" y="1066360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1EEA5E5-43C8-06F7-FE32-801176E5DAD1}"/>
              </a:ext>
            </a:extLst>
          </p:cNvPr>
          <p:cNvSpPr/>
          <p:nvPr userDrawn="1"/>
        </p:nvSpPr>
        <p:spPr>
          <a:xfrm>
            <a:off x="0" y="1231155"/>
            <a:ext cx="4379265" cy="746961"/>
          </a:xfrm>
          <a:custGeom>
            <a:avLst/>
            <a:gdLst>
              <a:gd name="connsiteX0" fmla="*/ 4379266 w 4379265"/>
              <a:gd name="connsiteY0" fmla="*/ 0 h 746961"/>
              <a:gd name="connsiteX1" fmla="*/ 4104040 w 4379265"/>
              <a:gd name="connsiteY1" fmla="*/ 746961 h 746961"/>
              <a:gd name="connsiteX2" fmla="*/ 0 w 4379265"/>
              <a:gd name="connsiteY2" fmla="*/ 746961 h 746961"/>
              <a:gd name="connsiteX3" fmla="*/ 0 w 4379265"/>
              <a:gd name="connsiteY3" fmla="*/ 0 h 746961"/>
              <a:gd name="connsiteX4" fmla="*/ 4379266 w 4379265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265" h="746961">
                <a:moveTo>
                  <a:pt x="4379266" y="0"/>
                </a:moveTo>
                <a:lnTo>
                  <a:pt x="4104040" y="746961"/>
                </a:lnTo>
                <a:lnTo>
                  <a:pt x="0" y="746961"/>
                </a:lnTo>
                <a:lnTo>
                  <a:pt x="0" y="0"/>
                </a:lnTo>
                <a:lnTo>
                  <a:pt x="437926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2FB7424-3D26-6643-337D-49E154560EE6}"/>
              </a:ext>
            </a:extLst>
          </p:cNvPr>
          <p:cNvSpPr/>
          <p:nvPr userDrawn="1"/>
        </p:nvSpPr>
        <p:spPr>
          <a:xfrm>
            <a:off x="0" y="2143478"/>
            <a:ext cx="4042878" cy="746961"/>
          </a:xfrm>
          <a:custGeom>
            <a:avLst/>
            <a:gdLst>
              <a:gd name="connsiteX0" fmla="*/ 4042879 w 4042878"/>
              <a:gd name="connsiteY0" fmla="*/ 0 h 746961"/>
              <a:gd name="connsiteX1" fmla="*/ 3767652 w 4042878"/>
              <a:gd name="connsiteY1" fmla="*/ 746961 h 746961"/>
              <a:gd name="connsiteX2" fmla="*/ 0 w 4042878"/>
              <a:gd name="connsiteY2" fmla="*/ 746961 h 746961"/>
              <a:gd name="connsiteX3" fmla="*/ 0 w 4042878"/>
              <a:gd name="connsiteY3" fmla="*/ 0 h 746961"/>
              <a:gd name="connsiteX4" fmla="*/ 4042879 w 404287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42878" h="746961">
                <a:moveTo>
                  <a:pt x="4042879" y="0"/>
                </a:moveTo>
                <a:lnTo>
                  <a:pt x="3767652" y="746961"/>
                </a:lnTo>
                <a:lnTo>
                  <a:pt x="0" y="746961"/>
                </a:lnTo>
                <a:lnTo>
                  <a:pt x="0" y="0"/>
                </a:lnTo>
                <a:lnTo>
                  <a:pt x="404287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820D821-2E1E-4F12-9204-3EC32AE7B660}"/>
              </a:ext>
            </a:extLst>
          </p:cNvPr>
          <p:cNvSpPr/>
          <p:nvPr userDrawn="1"/>
        </p:nvSpPr>
        <p:spPr>
          <a:xfrm>
            <a:off x="0" y="3055802"/>
            <a:ext cx="3707057" cy="746961"/>
          </a:xfrm>
          <a:custGeom>
            <a:avLst/>
            <a:gdLst>
              <a:gd name="connsiteX0" fmla="*/ 3707057 w 3707057"/>
              <a:gd name="connsiteY0" fmla="*/ 0 h 746961"/>
              <a:gd name="connsiteX1" fmla="*/ 3431831 w 3707057"/>
              <a:gd name="connsiteY1" fmla="*/ 746962 h 746961"/>
              <a:gd name="connsiteX2" fmla="*/ 0 w 3707057"/>
              <a:gd name="connsiteY2" fmla="*/ 746962 h 746961"/>
              <a:gd name="connsiteX3" fmla="*/ 0 w 3707057"/>
              <a:gd name="connsiteY3" fmla="*/ 0 h 746961"/>
              <a:gd name="connsiteX4" fmla="*/ 3707057 w 3707057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07057" h="746961">
                <a:moveTo>
                  <a:pt x="3707057" y="0"/>
                </a:moveTo>
                <a:lnTo>
                  <a:pt x="3431831" y="746962"/>
                </a:lnTo>
                <a:lnTo>
                  <a:pt x="0" y="746962"/>
                </a:lnTo>
                <a:lnTo>
                  <a:pt x="0" y="0"/>
                </a:lnTo>
                <a:lnTo>
                  <a:pt x="3707057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96C09C5-AF05-1F11-C3A8-CF14E58BECEB}"/>
              </a:ext>
            </a:extLst>
          </p:cNvPr>
          <p:cNvSpPr/>
          <p:nvPr userDrawn="1"/>
        </p:nvSpPr>
        <p:spPr>
          <a:xfrm>
            <a:off x="0" y="3967559"/>
            <a:ext cx="3371236" cy="746961"/>
          </a:xfrm>
          <a:custGeom>
            <a:avLst/>
            <a:gdLst>
              <a:gd name="connsiteX0" fmla="*/ 3371236 w 3371236"/>
              <a:gd name="connsiteY0" fmla="*/ 0 h 746961"/>
              <a:gd name="connsiteX1" fmla="*/ 3096010 w 3371236"/>
              <a:gd name="connsiteY1" fmla="*/ 746962 h 746961"/>
              <a:gd name="connsiteX2" fmla="*/ 0 w 3371236"/>
              <a:gd name="connsiteY2" fmla="*/ 746962 h 746961"/>
              <a:gd name="connsiteX3" fmla="*/ 0 w 3371236"/>
              <a:gd name="connsiteY3" fmla="*/ 0 h 746961"/>
              <a:gd name="connsiteX4" fmla="*/ 3371236 w 3371236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71236" h="746961">
                <a:moveTo>
                  <a:pt x="3371236" y="0"/>
                </a:moveTo>
                <a:lnTo>
                  <a:pt x="3096010" y="746962"/>
                </a:lnTo>
                <a:lnTo>
                  <a:pt x="0" y="746962"/>
                </a:lnTo>
                <a:lnTo>
                  <a:pt x="0" y="0"/>
                </a:lnTo>
                <a:lnTo>
                  <a:pt x="337123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C5C8C4C-693E-02AD-D827-8BD9D56623CF}"/>
              </a:ext>
            </a:extLst>
          </p:cNvPr>
          <p:cNvSpPr/>
          <p:nvPr userDrawn="1"/>
        </p:nvSpPr>
        <p:spPr>
          <a:xfrm>
            <a:off x="0" y="4879883"/>
            <a:ext cx="3034848" cy="746961"/>
          </a:xfrm>
          <a:custGeom>
            <a:avLst/>
            <a:gdLst>
              <a:gd name="connsiteX0" fmla="*/ 3034849 w 3034848"/>
              <a:gd name="connsiteY0" fmla="*/ 0 h 746961"/>
              <a:gd name="connsiteX1" fmla="*/ 2759623 w 3034848"/>
              <a:gd name="connsiteY1" fmla="*/ 746961 h 746961"/>
              <a:gd name="connsiteX2" fmla="*/ 0 w 3034848"/>
              <a:gd name="connsiteY2" fmla="*/ 746961 h 746961"/>
              <a:gd name="connsiteX3" fmla="*/ 0 w 3034848"/>
              <a:gd name="connsiteY3" fmla="*/ 0 h 746961"/>
              <a:gd name="connsiteX4" fmla="*/ 3034849 w 3034848"/>
              <a:gd name="connsiteY4" fmla="*/ 0 h 746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34848" h="746961">
                <a:moveTo>
                  <a:pt x="3034849" y="0"/>
                </a:moveTo>
                <a:lnTo>
                  <a:pt x="2759623" y="746961"/>
                </a:lnTo>
                <a:lnTo>
                  <a:pt x="0" y="746961"/>
                </a:lnTo>
                <a:lnTo>
                  <a:pt x="0" y="0"/>
                </a:lnTo>
                <a:lnTo>
                  <a:pt x="3034849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88C1CD6-C077-6941-6843-E75DF6456B7D}"/>
              </a:ext>
            </a:extLst>
          </p:cNvPr>
          <p:cNvSpPr/>
          <p:nvPr userDrawn="1"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C24E4C8C-601A-7026-64B9-B9375964717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4927600" y="1416050"/>
            <a:ext cx="6699250" cy="5003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3078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B -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538028A-D314-6A41-25CE-8B178FD1CF33}"/>
              </a:ext>
            </a:extLst>
          </p:cNvPr>
          <p:cNvSpPr/>
          <p:nvPr/>
        </p:nvSpPr>
        <p:spPr>
          <a:xfrm>
            <a:off x="0" y="0"/>
            <a:ext cx="4832879" cy="1065793"/>
          </a:xfrm>
          <a:custGeom>
            <a:avLst/>
            <a:gdLst>
              <a:gd name="connsiteX0" fmla="*/ 4832880 w 4832879"/>
              <a:gd name="connsiteY0" fmla="*/ 0 h 1065793"/>
              <a:gd name="connsiteX1" fmla="*/ 4440427 w 4832879"/>
              <a:gd name="connsiteY1" fmla="*/ 1065793 h 1065793"/>
              <a:gd name="connsiteX2" fmla="*/ 0 w 4832879"/>
              <a:gd name="connsiteY2" fmla="*/ 1065793 h 1065793"/>
              <a:gd name="connsiteX3" fmla="*/ 0 w 4832879"/>
              <a:gd name="connsiteY3" fmla="*/ 0 h 1065793"/>
              <a:gd name="connsiteX4" fmla="*/ 4832880 w 4832879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2879" h="1065793">
                <a:moveTo>
                  <a:pt x="4832880" y="0"/>
                </a:moveTo>
                <a:lnTo>
                  <a:pt x="4440427" y="1065793"/>
                </a:lnTo>
                <a:lnTo>
                  <a:pt x="0" y="1065793"/>
                </a:lnTo>
                <a:lnTo>
                  <a:pt x="0" y="0"/>
                </a:lnTo>
                <a:lnTo>
                  <a:pt x="4832880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A8B6154-2A76-8300-E601-6C0AE3B45D1B}"/>
              </a:ext>
            </a:extLst>
          </p:cNvPr>
          <p:cNvSpPr/>
          <p:nvPr/>
        </p:nvSpPr>
        <p:spPr>
          <a:xfrm>
            <a:off x="0" y="5792206"/>
            <a:ext cx="2699027" cy="1065793"/>
          </a:xfrm>
          <a:custGeom>
            <a:avLst/>
            <a:gdLst>
              <a:gd name="connsiteX0" fmla="*/ 2699028 w 2699027"/>
              <a:gd name="connsiteY0" fmla="*/ 0 h 1065793"/>
              <a:gd name="connsiteX1" fmla="*/ 2306010 w 2699027"/>
              <a:gd name="connsiteY1" fmla="*/ 1065793 h 1065793"/>
              <a:gd name="connsiteX2" fmla="*/ 0 w 2699027"/>
              <a:gd name="connsiteY2" fmla="*/ 1065793 h 1065793"/>
              <a:gd name="connsiteX3" fmla="*/ 0 w 2699027"/>
              <a:gd name="connsiteY3" fmla="*/ 0 h 1065793"/>
              <a:gd name="connsiteX4" fmla="*/ 2699028 w 2699027"/>
              <a:gd name="connsiteY4" fmla="*/ 0 h 1065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9027" h="1065793">
                <a:moveTo>
                  <a:pt x="2699028" y="0"/>
                </a:moveTo>
                <a:lnTo>
                  <a:pt x="2306010" y="1065793"/>
                </a:lnTo>
                <a:lnTo>
                  <a:pt x="0" y="1065793"/>
                </a:lnTo>
                <a:lnTo>
                  <a:pt x="0" y="0"/>
                </a:lnTo>
                <a:lnTo>
                  <a:pt x="2699028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30BF903-CDAB-69B7-F686-C2F7A6C295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27600" y="438180"/>
            <a:ext cx="6699000" cy="627613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Abbreviations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3A3E0-24AB-1314-1CA2-065C44289FE4}"/>
              </a:ext>
            </a:extLst>
          </p:cNvPr>
          <p:cNvCxnSpPr>
            <a:cxnSpLocks/>
          </p:cNvCxnSpPr>
          <p:nvPr userDrawn="1"/>
        </p:nvCxnSpPr>
        <p:spPr>
          <a:xfrm>
            <a:off x="4615744" y="1071105"/>
            <a:ext cx="7576256" cy="0"/>
          </a:xfrm>
          <a:prstGeom prst="line">
            <a:avLst/>
          </a:prstGeom>
          <a:ln w="158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Picture Placeholder 19">
            <a:extLst>
              <a:ext uri="{FF2B5EF4-FFF2-40B4-BE49-F238E27FC236}">
                <a16:creationId xmlns:a16="http://schemas.microsoft.com/office/drawing/2014/main" id="{3FB3B0DB-465F-15CD-5EE6-95D9DA0D020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899"/>
            <a:ext cx="4379913" cy="4394200"/>
          </a:xfrm>
          <a:custGeom>
            <a:avLst/>
            <a:gdLst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4379913 w 4379913"/>
              <a:gd name="connsiteY2" fmla="*/ 4394200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  <a:gd name="connsiteX0" fmla="*/ 0 w 4379913"/>
              <a:gd name="connsiteY0" fmla="*/ 0 h 4394200"/>
              <a:gd name="connsiteX1" fmla="*/ 4379913 w 4379913"/>
              <a:gd name="connsiteY1" fmla="*/ 0 h 4394200"/>
              <a:gd name="connsiteX2" fmla="*/ 2757488 w 4379913"/>
              <a:gd name="connsiteY2" fmla="*/ 4391025 h 4394200"/>
              <a:gd name="connsiteX3" fmla="*/ 0 w 4379913"/>
              <a:gd name="connsiteY3" fmla="*/ 4394200 h 4394200"/>
              <a:gd name="connsiteX4" fmla="*/ 0 w 4379913"/>
              <a:gd name="connsiteY4" fmla="*/ 0 h 4394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79913" h="4394200">
                <a:moveTo>
                  <a:pt x="0" y="0"/>
                </a:moveTo>
                <a:lnTo>
                  <a:pt x="4379913" y="0"/>
                </a:lnTo>
                <a:lnTo>
                  <a:pt x="2757488" y="4391025"/>
                </a:lnTo>
                <a:lnTo>
                  <a:pt x="0" y="43942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0" name="Table Placeholder 13">
            <a:extLst>
              <a:ext uri="{FF2B5EF4-FFF2-40B4-BE49-F238E27FC236}">
                <a16:creationId xmlns:a16="http://schemas.microsoft.com/office/drawing/2014/main" id="{91326E97-4AF3-9C33-2CE8-628A553430CF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927600" y="1416050"/>
            <a:ext cx="6699250" cy="5003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Table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6382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47A1972-05B1-AEAF-B9A2-2511FF682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D1992A8-70FD-1150-DDAA-89EEDF0D4E0E}"/>
              </a:ext>
            </a:extLst>
          </p:cNvPr>
          <p:cNvSpPr/>
          <p:nvPr/>
        </p:nvSpPr>
        <p:spPr>
          <a:xfrm>
            <a:off x="66208" y="1231155"/>
            <a:ext cx="5293855" cy="4395689"/>
          </a:xfrm>
          <a:custGeom>
            <a:avLst/>
            <a:gdLst>
              <a:gd name="connsiteX0" fmla="*/ 5293855 w 5293855"/>
              <a:gd name="connsiteY0" fmla="*/ 0 h 4395689"/>
              <a:gd name="connsiteX1" fmla="*/ 3674212 w 5293855"/>
              <a:gd name="connsiteY1" fmla="*/ 4395689 h 4395689"/>
              <a:gd name="connsiteX2" fmla="*/ 0 w 5293855"/>
              <a:gd name="connsiteY2" fmla="*/ 4395689 h 4395689"/>
              <a:gd name="connsiteX3" fmla="*/ 0 w 5293855"/>
              <a:gd name="connsiteY3" fmla="*/ 0 h 4395689"/>
              <a:gd name="connsiteX4" fmla="*/ 5293855 w 5293855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855" h="4395689">
                <a:moveTo>
                  <a:pt x="5293855" y="0"/>
                </a:moveTo>
                <a:lnTo>
                  <a:pt x="3674212" y="4395689"/>
                </a:lnTo>
                <a:lnTo>
                  <a:pt x="0" y="4395689"/>
                </a:lnTo>
                <a:lnTo>
                  <a:pt x="0" y="0"/>
                </a:lnTo>
                <a:lnTo>
                  <a:pt x="5293855" y="0"/>
                </a:lnTo>
                <a:close/>
              </a:path>
            </a:pathLst>
          </a:custGeom>
          <a:solidFill>
            <a:schemeClr val="accent3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18D9E9-0C0A-07D2-73DC-715A5308E1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268"/>
            <a:ext cx="5293580" cy="4395461"/>
          </a:xfrm>
          <a:custGeom>
            <a:avLst/>
            <a:gdLst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5293580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3671155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580" h="4395461">
                <a:moveTo>
                  <a:pt x="0" y="0"/>
                </a:moveTo>
                <a:lnTo>
                  <a:pt x="5293580" y="0"/>
                </a:lnTo>
                <a:lnTo>
                  <a:pt x="3671155" y="4395461"/>
                </a:lnTo>
                <a:lnTo>
                  <a:pt x="0" y="439546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497278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5593291-EEAC-EA28-9A1C-F9A0FCCACC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044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496146-34BA-C3A1-1F9A-81A0CF7124B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CE4FBB-871A-EEF4-7680-490C79FC195A}"/>
              </a:ext>
            </a:extLst>
          </p:cNvPr>
          <p:cNvSpPr/>
          <p:nvPr/>
        </p:nvSpPr>
        <p:spPr>
          <a:xfrm>
            <a:off x="3755587" y="1231155"/>
            <a:ext cx="8341728" cy="4395689"/>
          </a:xfrm>
          <a:custGeom>
            <a:avLst/>
            <a:gdLst>
              <a:gd name="connsiteX0" fmla="*/ 8341729 w 8341728"/>
              <a:gd name="connsiteY0" fmla="*/ 0 h 4395689"/>
              <a:gd name="connsiteX1" fmla="*/ 8341729 w 8341728"/>
              <a:gd name="connsiteY1" fmla="*/ 4395689 h 4395689"/>
              <a:gd name="connsiteX2" fmla="*/ 0 w 8341728"/>
              <a:gd name="connsiteY2" fmla="*/ 4395689 h 4395689"/>
              <a:gd name="connsiteX3" fmla="*/ 1619643 w 8341728"/>
              <a:gd name="connsiteY3" fmla="*/ 0 h 4395689"/>
              <a:gd name="connsiteX4" fmla="*/ 8341729 w 8341728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728" h="4395689">
                <a:moveTo>
                  <a:pt x="8341729" y="0"/>
                </a:moveTo>
                <a:lnTo>
                  <a:pt x="8341729" y="4395689"/>
                </a:lnTo>
                <a:lnTo>
                  <a:pt x="0" y="4395689"/>
                </a:lnTo>
                <a:lnTo>
                  <a:pt x="1619643" y="0"/>
                </a:lnTo>
                <a:lnTo>
                  <a:pt x="8341729" y="0"/>
                </a:lnTo>
                <a:close/>
              </a:path>
            </a:pathLst>
          </a:custGeom>
          <a:solidFill>
            <a:schemeClr val="accent3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179AB0-B4AB-C85D-5711-B7F51665E8C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50837" y="1231155"/>
            <a:ext cx="8341161" cy="4395689"/>
          </a:xfrm>
          <a:custGeom>
            <a:avLst/>
            <a:gdLst>
              <a:gd name="connsiteX0" fmla="*/ 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0 w 8341161"/>
              <a:gd name="connsiteY4" fmla="*/ 0 h 4395689"/>
              <a:gd name="connsiteX0" fmla="*/ 162327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1623270 w 8341161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161" h="4395689">
                <a:moveTo>
                  <a:pt x="1623270" y="0"/>
                </a:moveTo>
                <a:lnTo>
                  <a:pt x="8341161" y="0"/>
                </a:lnTo>
                <a:lnTo>
                  <a:pt x="8341161" y="4395689"/>
                </a:lnTo>
                <a:lnTo>
                  <a:pt x="0" y="4395689"/>
                </a:lnTo>
                <a:lnTo>
                  <a:pt x="1623270" y="0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5507" y="2309336"/>
            <a:ext cx="2587493" cy="3137511"/>
          </a:xfrm>
          <a:prstGeom prst="rect">
            <a:avLst/>
          </a:prstGeom>
        </p:spPr>
        <p:txBody>
          <a:bodyPr numCol="1" spcCol="0"/>
          <a:lstStyle>
            <a:lvl1pPr marL="0" indent="0" algn="l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4FEC158A-385A-D527-64D9-7220F98FB7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5507" y="1418028"/>
            <a:ext cx="2587493" cy="72000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660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D55C8-33A8-A852-0B92-AD6DD9A6337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317277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7894E6D-CA96-A2C9-0ECC-1B83BB13B6DB}"/>
              </a:ext>
            </a:extLst>
          </p:cNvPr>
          <p:cNvSpPr/>
          <p:nvPr/>
        </p:nvSpPr>
        <p:spPr>
          <a:xfrm>
            <a:off x="95250" y="0"/>
            <a:ext cx="5747468" cy="6858000"/>
          </a:xfrm>
          <a:custGeom>
            <a:avLst/>
            <a:gdLst>
              <a:gd name="connsiteX0" fmla="*/ 5747469 w 5747468"/>
              <a:gd name="connsiteY0" fmla="*/ 0 h 6858000"/>
              <a:gd name="connsiteX1" fmla="*/ 3220599 w 5747468"/>
              <a:gd name="connsiteY1" fmla="*/ 6858000 h 6858000"/>
              <a:gd name="connsiteX2" fmla="*/ 0 w 5747468"/>
              <a:gd name="connsiteY2" fmla="*/ 6858000 h 6858000"/>
              <a:gd name="connsiteX3" fmla="*/ 0 w 5747468"/>
              <a:gd name="connsiteY3" fmla="*/ 0 h 6858000"/>
              <a:gd name="connsiteX4" fmla="*/ 5747469 w 574746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8" h="6858000">
                <a:moveTo>
                  <a:pt x="5747469" y="0"/>
                </a:moveTo>
                <a:lnTo>
                  <a:pt x="3220599" y="6858000"/>
                </a:lnTo>
                <a:lnTo>
                  <a:pt x="0" y="6858000"/>
                </a:lnTo>
                <a:lnTo>
                  <a:pt x="0" y="0"/>
                </a:lnTo>
                <a:lnTo>
                  <a:pt x="5747469" y="0"/>
                </a:lnTo>
                <a:close/>
              </a:path>
            </a:pathLst>
          </a:custGeom>
          <a:solidFill>
            <a:schemeClr val="accent3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4BC062-B199-E72F-D744-F5D9A2C2DC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5747467" cy="6858000"/>
          </a:xfrm>
          <a:custGeom>
            <a:avLst/>
            <a:gdLst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57474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32201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7" h="6858000">
                <a:moveTo>
                  <a:pt x="0" y="0"/>
                </a:moveTo>
                <a:lnTo>
                  <a:pt x="5747467" y="0"/>
                </a:lnTo>
                <a:lnTo>
                  <a:pt x="322016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24E89D2A-8184-2F6B-D69B-7833FC75AA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49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47A1972-05B1-AEAF-B9A2-2511FF6827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1D1992A8-70FD-1150-DDAA-89EEDF0D4E0E}"/>
              </a:ext>
            </a:extLst>
          </p:cNvPr>
          <p:cNvSpPr/>
          <p:nvPr/>
        </p:nvSpPr>
        <p:spPr>
          <a:xfrm>
            <a:off x="66208" y="1231155"/>
            <a:ext cx="5293855" cy="4395689"/>
          </a:xfrm>
          <a:custGeom>
            <a:avLst/>
            <a:gdLst>
              <a:gd name="connsiteX0" fmla="*/ 5293855 w 5293855"/>
              <a:gd name="connsiteY0" fmla="*/ 0 h 4395689"/>
              <a:gd name="connsiteX1" fmla="*/ 3674212 w 5293855"/>
              <a:gd name="connsiteY1" fmla="*/ 4395689 h 4395689"/>
              <a:gd name="connsiteX2" fmla="*/ 0 w 5293855"/>
              <a:gd name="connsiteY2" fmla="*/ 4395689 h 4395689"/>
              <a:gd name="connsiteX3" fmla="*/ 0 w 5293855"/>
              <a:gd name="connsiteY3" fmla="*/ 0 h 4395689"/>
              <a:gd name="connsiteX4" fmla="*/ 5293855 w 5293855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855" h="4395689">
                <a:moveTo>
                  <a:pt x="5293855" y="0"/>
                </a:moveTo>
                <a:lnTo>
                  <a:pt x="3674212" y="4395689"/>
                </a:lnTo>
                <a:lnTo>
                  <a:pt x="0" y="4395689"/>
                </a:lnTo>
                <a:lnTo>
                  <a:pt x="0" y="0"/>
                </a:lnTo>
                <a:lnTo>
                  <a:pt x="5293855" y="0"/>
                </a:lnTo>
                <a:close/>
              </a:path>
            </a:pathLst>
          </a:custGeom>
          <a:solidFill>
            <a:schemeClr val="tx2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818D9E9-0C0A-07D2-73DC-715A5308E1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231268"/>
            <a:ext cx="5293580" cy="4395461"/>
          </a:xfrm>
          <a:custGeom>
            <a:avLst/>
            <a:gdLst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5293580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  <a:gd name="connsiteX0" fmla="*/ 0 w 5293580"/>
              <a:gd name="connsiteY0" fmla="*/ 0 h 4395461"/>
              <a:gd name="connsiteX1" fmla="*/ 5293580 w 5293580"/>
              <a:gd name="connsiteY1" fmla="*/ 0 h 4395461"/>
              <a:gd name="connsiteX2" fmla="*/ 3671155 w 5293580"/>
              <a:gd name="connsiteY2" fmla="*/ 4395461 h 4395461"/>
              <a:gd name="connsiteX3" fmla="*/ 0 w 5293580"/>
              <a:gd name="connsiteY3" fmla="*/ 4395461 h 4395461"/>
              <a:gd name="connsiteX4" fmla="*/ 0 w 5293580"/>
              <a:gd name="connsiteY4" fmla="*/ 0 h 439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93580" h="4395461">
                <a:moveTo>
                  <a:pt x="0" y="0"/>
                </a:moveTo>
                <a:lnTo>
                  <a:pt x="5293580" y="0"/>
                </a:lnTo>
                <a:lnTo>
                  <a:pt x="3671155" y="4395461"/>
                </a:lnTo>
                <a:lnTo>
                  <a:pt x="0" y="4395461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497278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5593291-EEAC-EA28-9A1C-F9A0FCCACC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782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496146-34BA-C3A1-1F9A-81A0CF7124B5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4CE4FBB-871A-EEF4-7680-490C79FC195A}"/>
              </a:ext>
            </a:extLst>
          </p:cNvPr>
          <p:cNvSpPr/>
          <p:nvPr/>
        </p:nvSpPr>
        <p:spPr>
          <a:xfrm>
            <a:off x="3755587" y="1231155"/>
            <a:ext cx="8341728" cy="4395689"/>
          </a:xfrm>
          <a:custGeom>
            <a:avLst/>
            <a:gdLst>
              <a:gd name="connsiteX0" fmla="*/ 8341729 w 8341728"/>
              <a:gd name="connsiteY0" fmla="*/ 0 h 4395689"/>
              <a:gd name="connsiteX1" fmla="*/ 8341729 w 8341728"/>
              <a:gd name="connsiteY1" fmla="*/ 4395689 h 4395689"/>
              <a:gd name="connsiteX2" fmla="*/ 0 w 8341728"/>
              <a:gd name="connsiteY2" fmla="*/ 4395689 h 4395689"/>
              <a:gd name="connsiteX3" fmla="*/ 1619643 w 8341728"/>
              <a:gd name="connsiteY3" fmla="*/ 0 h 4395689"/>
              <a:gd name="connsiteX4" fmla="*/ 8341729 w 8341728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728" h="4395689">
                <a:moveTo>
                  <a:pt x="8341729" y="0"/>
                </a:moveTo>
                <a:lnTo>
                  <a:pt x="8341729" y="4395689"/>
                </a:lnTo>
                <a:lnTo>
                  <a:pt x="0" y="4395689"/>
                </a:lnTo>
                <a:lnTo>
                  <a:pt x="1619643" y="0"/>
                </a:lnTo>
                <a:lnTo>
                  <a:pt x="8341729" y="0"/>
                </a:lnTo>
                <a:close/>
              </a:path>
            </a:pathLst>
          </a:custGeom>
          <a:solidFill>
            <a:schemeClr val="tx2"/>
          </a:solidFill>
          <a:ln w="566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179AB0-B4AB-C85D-5711-B7F51665E8C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50837" y="1231155"/>
            <a:ext cx="8341161" cy="4395689"/>
          </a:xfrm>
          <a:custGeom>
            <a:avLst/>
            <a:gdLst>
              <a:gd name="connsiteX0" fmla="*/ 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0 w 8341161"/>
              <a:gd name="connsiteY4" fmla="*/ 0 h 4395689"/>
              <a:gd name="connsiteX0" fmla="*/ 1623270 w 8341161"/>
              <a:gd name="connsiteY0" fmla="*/ 0 h 4395689"/>
              <a:gd name="connsiteX1" fmla="*/ 8341161 w 8341161"/>
              <a:gd name="connsiteY1" fmla="*/ 0 h 4395689"/>
              <a:gd name="connsiteX2" fmla="*/ 8341161 w 8341161"/>
              <a:gd name="connsiteY2" fmla="*/ 4395689 h 4395689"/>
              <a:gd name="connsiteX3" fmla="*/ 0 w 8341161"/>
              <a:gd name="connsiteY3" fmla="*/ 4395689 h 4395689"/>
              <a:gd name="connsiteX4" fmla="*/ 1623270 w 8341161"/>
              <a:gd name="connsiteY4" fmla="*/ 0 h 43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1161" h="4395689">
                <a:moveTo>
                  <a:pt x="1623270" y="0"/>
                </a:moveTo>
                <a:lnTo>
                  <a:pt x="8341161" y="0"/>
                </a:lnTo>
                <a:lnTo>
                  <a:pt x="8341161" y="4395689"/>
                </a:lnTo>
                <a:lnTo>
                  <a:pt x="0" y="4395689"/>
                </a:lnTo>
                <a:lnTo>
                  <a:pt x="1623270" y="0"/>
                </a:lnTo>
                <a:close/>
              </a:path>
            </a:pathLst>
          </a:custGeom>
        </p:spPr>
        <p:txBody>
          <a:bodyPr/>
          <a:lstStyle>
            <a:lvl1pPr marL="0" indent="0" algn="r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5507" y="2309336"/>
            <a:ext cx="2587493" cy="3137511"/>
          </a:xfrm>
          <a:prstGeom prst="rect">
            <a:avLst/>
          </a:prstGeom>
        </p:spPr>
        <p:txBody>
          <a:bodyPr numCol="1" spcCol="0"/>
          <a:lstStyle>
            <a:lvl1pPr marL="0" indent="0" algn="l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4FEC158A-385A-D527-64D9-7220F98FB7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5507" y="1418028"/>
            <a:ext cx="2587493" cy="720000"/>
          </a:xfrm>
          <a:prstGeom prst="rect">
            <a:avLst/>
          </a:prstGeom>
        </p:spPr>
        <p:txBody>
          <a:bodyPr anchor="b" anchorCtr="0"/>
          <a:lstStyle>
            <a:lvl1pPr marL="0" indent="0" algn="l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058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D55C8-33A8-A852-0B92-AD6DD9A6337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A31F656-F253-411F-7EC7-B0C484EFA3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2129451"/>
            <a:ext cx="5180493" cy="3317277"/>
          </a:xfrm>
          <a:prstGeom prst="rect">
            <a:avLst/>
          </a:prstGeom>
        </p:spPr>
        <p:txBody>
          <a:bodyPr numCol="1" spcCol="0"/>
          <a:lstStyle>
            <a:lvl1pPr marL="0" indent="0" algn="r">
              <a:buNone/>
              <a:defRPr sz="2000" baseline="0">
                <a:solidFill>
                  <a:schemeClr val="tx1"/>
                </a:solidFill>
              </a:defRPr>
            </a:lvl1pPr>
            <a:lvl2pPr>
              <a:defRPr sz="1800" baseline="0"/>
            </a:lvl2pPr>
            <a:lvl3pPr>
              <a:defRPr sz="1600" baseline="0"/>
            </a:lvl3pPr>
            <a:lvl4pPr>
              <a:defRPr sz="1400" baseline="0"/>
            </a:lvl4pPr>
            <a:lvl5pPr>
              <a:defRPr sz="1200" baseline="0"/>
            </a:lvl5pPr>
          </a:lstStyle>
          <a:p>
            <a:pPr lvl="0"/>
            <a:r>
              <a:rPr lang="hr-HR"/>
              <a:t>Text</a:t>
            </a:r>
            <a:endParaRPr lang="en-US"/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A7894E6D-CA96-A2C9-0ECC-1B83BB13B6DB}"/>
              </a:ext>
            </a:extLst>
          </p:cNvPr>
          <p:cNvSpPr/>
          <p:nvPr/>
        </p:nvSpPr>
        <p:spPr>
          <a:xfrm>
            <a:off x="95250" y="0"/>
            <a:ext cx="5747468" cy="6858000"/>
          </a:xfrm>
          <a:custGeom>
            <a:avLst/>
            <a:gdLst>
              <a:gd name="connsiteX0" fmla="*/ 5747469 w 5747468"/>
              <a:gd name="connsiteY0" fmla="*/ 0 h 6858000"/>
              <a:gd name="connsiteX1" fmla="*/ 3220599 w 5747468"/>
              <a:gd name="connsiteY1" fmla="*/ 6858000 h 6858000"/>
              <a:gd name="connsiteX2" fmla="*/ 0 w 5747468"/>
              <a:gd name="connsiteY2" fmla="*/ 6858000 h 6858000"/>
              <a:gd name="connsiteX3" fmla="*/ 0 w 5747468"/>
              <a:gd name="connsiteY3" fmla="*/ 0 h 6858000"/>
              <a:gd name="connsiteX4" fmla="*/ 5747469 w 5747468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8" h="6858000">
                <a:moveTo>
                  <a:pt x="5747469" y="0"/>
                </a:moveTo>
                <a:lnTo>
                  <a:pt x="3220599" y="6858000"/>
                </a:lnTo>
                <a:lnTo>
                  <a:pt x="0" y="6858000"/>
                </a:lnTo>
                <a:lnTo>
                  <a:pt x="0" y="0"/>
                </a:lnTo>
                <a:lnTo>
                  <a:pt x="5747469" y="0"/>
                </a:lnTo>
                <a:close/>
              </a:path>
            </a:pathLst>
          </a:custGeom>
          <a:solidFill>
            <a:schemeClr val="tx2"/>
          </a:solidFill>
          <a:ln w="565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54BC062-B199-E72F-D744-F5D9A2C2DCD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5747467" cy="6858000"/>
          </a:xfrm>
          <a:custGeom>
            <a:avLst/>
            <a:gdLst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57474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  <a:gd name="connsiteX0" fmla="*/ 0 w 5747467"/>
              <a:gd name="connsiteY0" fmla="*/ 0 h 6858000"/>
              <a:gd name="connsiteX1" fmla="*/ 5747467 w 5747467"/>
              <a:gd name="connsiteY1" fmla="*/ 0 h 6858000"/>
              <a:gd name="connsiteX2" fmla="*/ 3220167 w 5747467"/>
              <a:gd name="connsiteY2" fmla="*/ 6858000 h 6858000"/>
              <a:gd name="connsiteX3" fmla="*/ 0 w 5747467"/>
              <a:gd name="connsiteY3" fmla="*/ 6858000 h 6858000"/>
              <a:gd name="connsiteX4" fmla="*/ 0 w 5747467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47467" h="6858000">
                <a:moveTo>
                  <a:pt x="0" y="0"/>
                </a:moveTo>
                <a:lnTo>
                  <a:pt x="5747467" y="0"/>
                </a:lnTo>
                <a:lnTo>
                  <a:pt x="322016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hr-HR"/>
              <a:t>Image</a:t>
            </a:r>
            <a:endParaRPr lang="en-US"/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24E89D2A-8184-2F6B-D69B-7833FC75AAD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6000" y="1229450"/>
            <a:ext cx="5180493" cy="720000"/>
          </a:xfrm>
          <a:prstGeom prst="rect">
            <a:avLst/>
          </a:prstGeom>
        </p:spPr>
        <p:txBody>
          <a:bodyPr anchor="b" anchorCtr="0"/>
          <a:lstStyle>
            <a:lvl1pPr marL="0" indent="0" algn="r">
              <a:buNone/>
              <a:defRPr sz="24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hr-HR"/>
              <a:t>Title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29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2264633-DBF5-109D-D8F9-69433675E879}"/>
              </a:ext>
            </a:extLst>
          </p:cNvPr>
          <p:cNvSpPr/>
          <p:nvPr/>
        </p:nvSpPr>
        <p:spPr>
          <a:xfrm>
            <a:off x="0" y="177"/>
            <a:ext cx="3987174" cy="1066304"/>
          </a:xfrm>
          <a:custGeom>
            <a:avLst/>
            <a:gdLst>
              <a:gd name="connsiteX0" fmla="*/ 3987175 w 3987174"/>
              <a:gd name="connsiteY0" fmla="*/ 0 h 1066304"/>
              <a:gd name="connsiteX1" fmla="*/ 3594177 w 3987174"/>
              <a:gd name="connsiteY1" fmla="*/ 1066305 h 1066304"/>
              <a:gd name="connsiteX2" fmla="*/ 0 w 3987174"/>
              <a:gd name="connsiteY2" fmla="*/ 1066305 h 1066304"/>
              <a:gd name="connsiteX3" fmla="*/ 0 w 3987174"/>
              <a:gd name="connsiteY3" fmla="*/ 0 h 1066304"/>
              <a:gd name="connsiteX4" fmla="*/ 3987175 w 3987174"/>
              <a:gd name="connsiteY4" fmla="*/ 0 h 106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7174" h="1066304">
                <a:moveTo>
                  <a:pt x="3987175" y="0"/>
                </a:moveTo>
                <a:lnTo>
                  <a:pt x="3594177" y="1066305"/>
                </a:lnTo>
                <a:lnTo>
                  <a:pt x="0" y="1066305"/>
                </a:lnTo>
                <a:lnTo>
                  <a:pt x="0" y="0"/>
                </a:lnTo>
                <a:lnTo>
                  <a:pt x="398717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5457594-C14D-04FF-5DFF-37EA13844B73}"/>
              </a:ext>
            </a:extLst>
          </p:cNvPr>
          <p:cNvSpPr/>
          <p:nvPr/>
        </p:nvSpPr>
        <p:spPr>
          <a:xfrm>
            <a:off x="3770289" y="177"/>
            <a:ext cx="8421143" cy="1066304"/>
          </a:xfrm>
          <a:custGeom>
            <a:avLst/>
            <a:gdLst>
              <a:gd name="connsiteX0" fmla="*/ 8421144 w 8421143"/>
              <a:gd name="connsiteY0" fmla="*/ 0 h 1066304"/>
              <a:gd name="connsiteX1" fmla="*/ 8421144 w 8421143"/>
              <a:gd name="connsiteY1" fmla="*/ 1066305 h 1066304"/>
              <a:gd name="connsiteX2" fmla="*/ 0 w 8421143"/>
              <a:gd name="connsiteY2" fmla="*/ 1066305 h 1066304"/>
              <a:gd name="connsiteX3" fmla="*/ 392998 w 8421143"/>
              <a:gd name="connsiteY3" fmla="*/ 0 h 1066304"/>
              <a:gd name="connsiteX4" fmla="*/ 8421144 w 8421143"/>
              <a:gd name="connsiteY4" fmla="*/ 0 h 106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143" h="1066304">
                <a:moveTo>
                  <a:pt x="8421144" y="0"/>
                </a:moveTo>
                <a:lnTo>
                  <a:pt x="8421144" y="1066305"/>
                </a:lnTo>
                <a:lnTo>
                  <a:pt x="0" y="1066305"/>
                </a:lnTo>
                <a:lnTo>
                  <a:pt x="392998" y="0"/>
                </a:lnTo>
                <a:lnTo>
                  <a:pt x="8421144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241FC88-3A0E-31DF-37CA-C3C177920B74}"/>
              </a:ext>
            </a:extLst>
          </p:cNvPr>
          <p:cNvSpPr/>
          <p:nvPr/>
        </p:nvSpPr>
        <p:spPr>
          <a:xfrm>
            <a:off x="0" y="4141946"/>
            <a:ext cx="2461051" cy="659715"/>
          </a:xfrm>
          <a:custGeom>
            <a:avLst/>
            <a:gdLst>
              <a:gd name="connsiteX0" fmla="*/ 2461051 w 2461051"/>
              <a:gd name="connsiteY0" fmla="*/ 0 h 659715"/>
              <a:gd name="connsiteX1" fmla="*/ 2218117 w 2461051"/>
              <a:gd name="connsiteY1" fmla="*/ 659716 h 659715"/>
              <a:gd name="connsiteX2" fmla="*/ 0 w 2461051"/>
              <a:gd name="connsiteY2" fmla="*/ 659716 h 659715"/>
              <a:gd name="connsiteX3" fmla="*/ 0 w 2461051"/>
              <a:gd name="connsiteY3" fmla="*/ 0 h 659715"/>
              <a:gd name="connsiteX4" fmla="*/ 2461051 w 2461051"/>
              <a:gd name="connsiteY4" fmla="*/ 0 h 659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1051" h="659715">
                <a:moveTo>
                  <a:pt x="2461051" y="0"/>
                </a:moveTo>
                <a:lnTo>
                  <a:pt x="2218117" y="659716"/>
                </a:lnTo>
                <a:lnTo>
                  <a:pt x="0" y="659716"/>
                </a:lnTo>
                <a:lnTo>
                  <a:pt x="0" y="0"/>
                </a:lnTo>
                <a:lnTo>
                  <a:pt x="2461051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4DD0794-8CE3-908E-64DE-D3779B543EE7}"/>
              </a:ext>
            </a:extLst>
          </p:cNvPr>
          <p:cNvSpPr/>
          <p:nvPr/>
        </p:nvSpPr>
        <p:spPr>
          <a:xfrm>
            <a:off x="0" y="4967015"/>
            <a:ext cx="2157525" cy="659715"/>
          </a:xfrm>
          <a:custGeom>
            <a:avLst/>
            <a:gdLst>
              <a:gd name="connsiteX0" fmla="*/ 2157525 w 2157525"/>
              <a:gd name="connsiteY0" fmla="*/ 0 h 659715"/>
              <a:gd name="connsiteX1" fmla="*/ 1914025 w 2157525"/>
              <a:gd name="connsiteY1" fmla="*/ 659716 h 659715"/>
              <a:gd name="connsiteX2" fmla="*/ 0 w 2157525"/>
              <a:gd name="connsiteY2" fmla="*/ 659716 h 659715"/>
              <a:gd name="connsiteX3" fmla="*/ 0 w 2157525"/>
              <a:gd name="connsiteY3" fmla="*/ 0 h 659715"/>
              <a:gd name="connsiteX4" fmla="*/ 2157525 w 2157525"/>
              <a:gd name="connsiteY4" fmla="*/ 0 h 659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57525" h="659715">
                <a:moveTo>
                  <a:pt x="2157525" y="0"/>
                </a:moveTo>
                <a:lnTo>
                  <a:pt x="1914025" y="659716"/>
                </a:lnTo>
                <a:lnTo>
                  <a:pt x="0" y="659716"/>
                </a:lnTo>
                <a:lnTo>
                  <a:pt x="0" y="0"/>
                </a:lnTo>
                <a:lnTo>
                  <a:pt x="215752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F5C13F4-61F6-1D44-4C86-9C6E58147349}"/>
              </a:ext>
            </a:extLst>
          </p:cNvPr>
          <p:cNvSpPr/>
          <p:nvPr/>
        </p:nvSpPr>
        <p:spPr>
          <a:xfrm>
            <a:off x="0" y="5792084"/>
            <a:ext cx="1853433" cy="1065738"/>
          </a:xfrm>
          <a:custGeom>
            <a:avLst/>
            <a:gdLst>
              <a:gd name="connsiteX0" fmla="*/ 1853433 w 1853433"/>
              <a:gd name="connsiteY0" fmla="*/ 0 h 1065738"/>
              <a:gd name="connsiteX1" fmla="*/ 1460435 w 1853433"/>
              <a:gd name="connsiteY1" fmla="*/ 1065738 h 1065738"/>
              <a:gd name="connsiteX2" fmla="*/ 0 w 1853433"/>
              <a:gd name="connsiteY2" fmla="*/ 1065738 h 1065738"/>
              <a:gd name="connsiteX3" fmla="*/ 0 w 1853433"/>
              <a:gd name="connsiteY3" fmla="*/ 0 h 1065738"/>
              <a:gd name="connsiteX4" fmla="*/ 1853433 w 1853433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53433" h="1065738">
                <a:moveTo>
                  <a:pt x="1853433" y="0"/>
                </a:moveTo>
                <a:lnTo>
                  <a:pt x="1460435" y="1065738"/>
                </a:lnTo>
                <a:lnTo>
                  <a:pt x="0" y="1065738"/>
                </a:lnTo>
                <a:lnTo>
                  <a:pt x="0" y="0"/>
                </a:lnTo>
                <a:lnTo>
                  <a:pt x="185343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F13A7D52-2AF4-AF38-677E-57C33C3FE78F}"/>
              </a:ext>
            </a:extLst>
          </p:cNvPr>
          <p:cNvSpPr/>
          <p:nvPr/>
        </p:nvSpPr>
        <p:spPr>
          <a:xfrm>
            <a:off x="1636548" y="4141946"/>
            <a:ext cx="10554885" cy="2715876"/>
          </a:xfrm>
          <a:custGeom>
            <a:avLst/>
            <a:gdLst>
              <a:gd name="connsiteX0" fmla="*/ 10554885 w 10554885"/>
              <a:gd name="connsiteY0" fmla="*/ 0 h 2715876"/>
              <a:gd name="connsiteX1" fmla="*/ 10554885 w 10554885"/>
              <a:gd name="connsiteY1" fmla="*/ 2715877 h 2715876"/>
              <a:gd name="connsiteX2" fmla="*/ 0 w 10554885"/>
              <a:gd name="connsiteY2" fmla="*/ 2715877 h 2715876"/>
              <a:gd name="connsiteX3" fmla="*/ 1000616 w 10554885"/>
              <a:gd name="connsiteY3" fmla="*/ 0 h 2715876"/>
              <a:gd name="connsiteX4" fmla="*/ 10554885 w 10554885"/>
              <a:gd name="connsiteY4" fmla="*/ 0 h 2715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54885" h="2715876">
                <a:moveTo>
                  <a:pt x="10554885" y="0"/>
                </a:moveTo>
                <a:lnTo>
                  <a:pt x="10554885" y="2715877"/>
                </a:lnTo>
                <a:lnTo>
                  <a:pt x="0" y="2715877"/>
                </a:lnTo>
                <a:lnTo>
                  <a:pt x="1000616" y="0"/>
                </a:lnTo>
                <a:lnTo>
                  <a:pt x="10554885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4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4FDCA57-4785-32BF-08DB-321056800BF1}"/>
              </a:ext>
            </a:extLst>
          </p:cNvPr>
          <p:cNvSpPr/>
          <p:nvPr/>
        </p:nvSpPr>
        <p:spPr>
          <a:xfrm>
            <a:off x="568" y="6592416"/>
            <a:ext cx="9012906" cy="265584"/>
          </a:xfrm>
          <a:custGeom>
            <a:avLst/>
            <a:gdLst>
              <a:gd name="connsiteX0" fmla="*/ 9012906 w 9012906"/>
              <a:gd name="connsiteY0" fmla="*/ 0 h 265584"/>
              <a:gd name="connsiteX1" fmla="*/ 8914940 w 9012906"/>
              <a:gd name="connsiteY1" fmla="*/ 265585 h 265584"/>
              <a:gd name="connsiteX2" fmla="*/ 0 w 9012906"/>
              <a:gd name="connsiteY2" fmla="*/ 265585 h 265584"/>
              <a:gd name="connsiteX3" fmla="*/ 0 w 9012906"/>
              <a:gd name="connsiteY3" fmla="*/ 0 h 265584"/>
              <a:gd name="connsiteX4" fmla="*/ 9012906 w 9012906"/>
              <a:gd name="connsiteY4" fmla="*/ 0 h 26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12906" h="265584">
                <a:moveTo>
                  <a:pt x="9012906" y="0"/>
                </a:moveTo>
                <a:lnTo>
                  <a:pt x="8914940" y="265585"/>
                </a:lnTo>
                <a:lnTo>
                  <a:pt x="0" y="265585"/>
                </a:lnTo>
                <a:lnTo>
                  <a:pt x="0" y="0"/>
                </a:lnTo>
                <a:lnTo>
                  <a:pt x="9012906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6D1A09-E28A-C552-981C-42445954F41A}"/>
              </a:ext>
            </a:extLst>
          </p:cNvPr>
          <p:cNvSpPr/>
          <p:nvPr/>
        </p:nvSpPr>
        <p:spPr>
          <a:xfrm>
            <a:off x="9091620" y="6592416"/>
            <a:ext cx="3100380" cy="265584"/>
          </a:xfrm>
          <a:custGeom>
            <a:avLst/>
            <a:gdLst>
              <a:gd name="connsiteX0" fmla="*/ 3100380 w 3100380"/>
              <a:gd name="connsiteY0" fmla="*/ 0 h 265584"/>
              <a:gd name="connsiteX1" fmla="*/ 3100380 w 3100380"/>
              <a:gd name="connsiteY1" fmla="*/ 265585 h 265584"/>
              <a:gd name="connsiteX2" fmla="*/ 0 w 3100380"/>
              <a:gd name="connsiteY2" fmla="*/ 265585 h 265584"/>
              <a:gd name="connsiteX3" fmla="*/ 97966 w 3100380"/>
              <a:gd name="connsiteY3" fmla="*/ 0 h 265584"/>
              <a:gd name="connsiteX4" fmla="*/ 3100380 w 3100380"/>
              <a:gd name="connsiteY4" fmla="*/ 0 h 265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0380" h="265584">
                <a:moveTo>
                  <a:pt x="3100380" y="0"/>
                </a:moveTo>
                <a:lnTo>
                  <a:pt x="3100380" y="265585"/>
                </a:lnTo>
                <a:lnTo>
                  <a:pt x="0" y="265585"/>
                </a:lnTo>
                <a:lnTo>
                  <a:pt x="97966" y="0"/>
                </a:lnTo>
                <a:lnTo>
                  <a:pt x="3100380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D3C5-D95A-3AEB-6441-485A9A9C1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92416"/>
            <a:ext cx="3422400" cy="2655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  <a:latin typeface="Neue Haas Grotesk Text Pro" panose="020B0504020202020204" pitchFamily="34" charset="0"/>
              </a:defRPr>
            </a:lvl1pPr>
          </a:lstStyle>
          <a:p>
            <a:endParaRPr lang="hr-H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07539-0926-AB47-EBE1-04B49FB975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22793" y="6602098"/>
            <a:ext cx="529207" cy="246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bg1"/>
                </a:solidFill>
                <a:latin typeface="Neue Haas Grotesk Text Pro" panose="020B0504020202020204" pitchFamily="34" charset="0"/>
              </a:defRPr>
            </a:lvl1pPr>
          </a:lstStyle>
          <a:p>
            <a:fld id="{885A6FE8-91CA-4FE0-B099-8DECEA9CCD17}" type="slidenum">
              <a:rPr lang="en-US" b="1" smtClean="0"/>
              <a:pPr/>
              <a:t>‹#›</a:t>
            </a:fld>
            <a:r>
              <a:rPr lang="hr-HR"/>
              <a:t> 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685B68-15F0-3FD9-C237-18FA9D81B00A}"/>
              </a:ext>
            </a:extLst>
          </p:cNvPr>
          <p:cNvSpPr txBox="1"/>
          <p:nvPr userDrawn="1"/>
        </p:nvSpPr>
        <p:spPr>
          <a:xfrm>
            <a:off x="10160410" y="6617486"/>
            <a:ext cx="10668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hr-HR" sz="800">
                <a:solidFill>
                  <a:schemeClr val="bg1"/>
                </a:solidFill>
                <a:latin typeface="Neue Haas Grotesk Text Pro" panose="020B0504020202020204" pitchFamily="34" charset="0"/>
              </a:rPr>
              <a:t>Slide</a:t>
            </a:r>
            <a:r>
              <a:rPr lang="hr-HR" sz="800">
                <a:latin typeface="Neue Haas Grotesk Text Pro" panose="020B0504020202020204" pitchFamily="34" charset="0"/>
              </a:rPr>
              <a:t>  </a:t>
            </a:r>
            <a:r>
              <a:rPr lang="hr-HR" sz="800">
                <a:solidFill>
                  <a:schemeClr val="accent3"/>
                </a:solidFill>
                <a:latin typeface="Neue Haas Grotesk Text Pro" panose="020B0504020202020204" pitchFamily="34" charset="0"/>
              </a:rPr>
              <a:t>|</a:t>
            </a:r>
            <a:endParaRPr lang="en-US" sz="800">
              <a:solidFill>
                <a:schemeClr val="accent3"/>
              </a:solidFill>
              <a:latin typeface="Neue Haas Grotesk Text Pro" panose="020B05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B74982-0458-F001-D06E-2CA8F02C8668}"/>
              </a:ext>
            </a:extLst>
          </p:cNvPr>
          <p:cNvSpPr/>
          <p:nvPr userDrawn="1"/>
        </p:nvSpPr>
        <p:spPr>
          <a:xfrm>
            <a:off x="-1" y="0"/>
            <a:ext cx="12192001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77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76" r:id="rId2"/>
    <p:sldLayoutId id="2147483775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1" r:id="rId14"/>
    <p:sldLayoutId id="2147483790" r:id="rId15"/>
    <p:sldLayoutId id="2147483792" r:id="rId16"/>
    <p:sldLayoutId id="2147483793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E5FE026-F0EC-0CF6-46BE-28A2529D0696}"/>
              </a:ext>
            </a:extLst>
          </p:cNvPr>
          <p:cNvSpPr/>
          <p:nvPr/>
        </p:nvSpPr>
        <p:spPr>
          <a:xfrm>
            <a:off x="3770289" y="177"/>
            <a:ext cx="8421143" cy="1066304"/>
          </a:xfrm>
          <a:custGeom>
            <a:avLst/>
            <a:gdLst>
              <a:gd name="connsiteX0" fmla="*/ 8421144 w 8421143"/>
              <a:gd name="connsiteY0" fmla="*/ 0 h 1066304"/>
              <a:gd name="connsiteX1" fmla="*/ 8421144 w 8421143"/>
              <a:gd name="connsiteY1" fmla="*/ 1066305 h 1066304"/>
              <a:gd name="connsiteX2" fmla="*/ 0 w 8421143"/>
              <a:gd name="connsiteY2" fmla="*/ 1066305 h 1066304"/>
              <a:gd name="connsiteX3" fmla="*/ 392998 w 8421143"/>
              <a:gd name="connsiteY3" fmla="*/ 0 h 1066304"/>
              <a:gd name="connsiteX4" fmla="*/ 8421144 w 8421143"/>
              <a:gd name="connsiteY4" fmla="*/ 0 h 106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143" h="1066304">
                <a:moveTo>
                  <a:pt x="8421144" y="0"/>
                </a:moveTo>
                <a:lnTo>
                  <a:pt x="8421144" y="1066305"/>
                </a:lnTo>
                <a:lnTo>
                  <a:pt x="0" y="1066305"/>
                </a:lnTo>
                <a:lnTo>
                  <a:pt x="392998" y="0"/>
                </a:lnTo>
                <a:lnTo>
                  <a:pt x="8421144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F42AD2A-51CC-F024-420A-22E83B766282}"/>
              </a:ext>
            </a:extLst>
          </p:cNvPr>
          <p:cNvSpPr/>
          <p:nvPr/>
        </p:nvSpPr>
        <p:spPr>
          <a:xfrm>
            <a:off x="1636548" y="5792084"/>
            <a:ext cx="10554885" cy="1065738"/>
          </a:xfrm>
          <a:custGeom>
            <a:avLst/>
            <a:gdLst>
              <a:gd name="connsiteX0" fmla="*/ 10554885 w 10554885"/>
              <a:gd name="connsiteY0" fmla="*/ 0 h 1065738"/>
              <a:gd name="connsiteX1" fmla="*/ 10554885 w 10554885"/>
              <a:gd name="connsiteY1" fmla="*/ 1065738 h 1065738"/>
              <a:gd name="connsiteX2" fmla="*/ 0 w 10554885"/>
              <a:gd name="connsiteY2" fmla="*/ 1065738 h 1065738"/>
              <a:gd name="connsiteX3" fmla="*/ 392998 w 10554885"/>
              <a:gd name="connsiteY3" fmla="*/ 0 h 1065738"/>
              <a:gd name="connsiteX4" fmla="*/ 10554885 w 10554885"/>
              <a:gd name="connsiteY4" fmla="*/ 0 h 106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554885" h="1065738">
                <a:moveTo>
                  <a:pt x="10554885" y="0"/>
                </a:moveTo>
                <a:lnTo>
                  <a:pt x="10554885" y="1065738"/>
                </a:lnTo>
                <a:lnTo>
                  <a:pt x="0" y="1065738"/>
                </a:lnTo>
                <a:lnTo>
                  <a:pt x="392998" y="0"/>
                </a:lnTo>
                <a:lnTo>
                  <a:pt x="10554885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B1DCF0C-0771-0D67-14EA-9B55DB1405F5}"/>
              </a:ext>
            </a:extLst>
          </p:cNvPr>
          <p:cNvSpPr/>
          <p:nvPr/>
        </p:nvSpPr>
        <p:spPr>
          <a:xfrm>
            <a:off x="2090138" y="1231268"/>
            <a:ext cx="10101295" cy="4395462"/>
          </a:xfrm>
          <a:custGeom>
            <a:avLst/>
            <a:gdLst>
              <a:gd name="connsiteX0" fmla="*/ 10101295 w 10101295"/>
              <a:gd name="connsiteY0" fmla="*/ 0 h 4395462"/>
              <a:gd name="connsiteX1" fmla="*/ 10101295 w 10101295"/>
              <a:gd name="connsiteY1" fmla="*/ 4395462 h 4395462"/>
              <a:gd name="connsiteX2" fmla="*/ 0 w 10101295"/>
              <a:gd name="connsiteY2" fmla="*/ 4395462 h 4395462"/>
              <a:gd name="connsiteX3" fmla="*/ 1619560 w 10101295"/>
              <a:gd name="connsiteY3" fmla="*/ 0 h 4395462"/>
              <a:gd name="connsiteX4" fmla="*/ 10101295 w 10101295"/>
              <a:gd name="connsiteY4" fmla="*/ 0 h 4395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01295" h="4395462">
                <a:moveTo>
                  <a:pt x="10101295" y="0"/>
                </a:moveTo>
                <a:lnTo>
                  <a:pt x="10101295" y="4395462"/>
                </a:lnTo>
                <a:lnTo>
                  <a:pt x="0" y="4395462"/>
                </a:lnTo>
                <a:lnTo>
                  <a:pt x="1619560" y="0"/>
                </a:lnTo>
                <a:lnTo>
                  <a:pt x="10101295" y="0"/>
                </a:lnTo>
                <a:close/>
              </a:path>
            </a:pathLst>
          </a:custGeom>
          <a:solidFill>
            <a:schemeClr val="tx2"/>
          </a:solidFill>
          <a:ln w="56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04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59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94" r:id="rId2"/>
    <p:sldLayoutId id="2147483796" r:id="rId3"/>
    <p:sldLayoutId id="214748379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01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805" r:id="rId2"/>
    <p:sldLayoutId id="2147483800" r:id="rId3"/>
    <p:sldLayoutId id="2147483806" r:id="rId4"/>
    <p:sldLayoutId id="2147483807" r:id="rId5"/>
    <p:sldLayoutId id="214748380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95887"/>
              </p:ext>
            </p:extLst>
          </p:nvPr>
        </p:nvGraphicFramePr>
        <p:xfrm>
          <a:off x="172842" y="1536018"/>
          <a:ext cx="11846315" cy="4784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32889" y="30931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75822" y="3093146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3093145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4DCBFE0-7B4D-0791-7470-FF921AEBBE12}"/>
              </a:ext>
            </a:extLst>
          </p:cNvPr>
          <p:cNvSpPr txBox="1"/>
          <p:nvPr/>
        </p:nvSpPr>
        <p:spPr>
          <a:xfrm>
            <a:off x="306166" y="3555724"/>
            <a:ext cx="9902959" cy="3097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Issuance requirements: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German qualification or full equivalence of the foreign qualification, or state-recognized qualification (in Uzbekistan): request information of the Central Office for Foreign Education (ZAB) or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Confirmation of VET qualifications from German Chamber of Commerce Abroad (AHK) of category A by the Federal Institute for VET (BIBB)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For 2 and 3, additionally: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at least 6 scores in the point system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Proof of language skills: either German at level A1 or higher or English at level </a:t>
            </a:r>
            <a:r>
              <a:rPr lang="de-DE" sz="1400" dirty="0"/>
              <a:t>B2 </a:t>
            </a:r>
            <a:r>
              <a:rPr lang="de-DE" sz="1400" dirty="0" err="1"/>
              <a:t>or</a:t>
            </a:r>
            <a:r>
              <a:rPr lang="de-DE" sz="1400" dirty="0"/>
              <a:t> </a:t>
            </a:r>
            <a:r>
              <a:rPr lang="de-DE" sz="1400" dirty="0" err="1"/>
              <a:t>higher</a:t>
            </a:r>
            <a:endParaRPr lang="de-DE" sz="1400" dirty="0"/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Proof of sufficient financial means (blocked account with at least €1,027 (as of 2024) or Declaration of Commitment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93224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426675" y="1693223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92106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5188051"/>
              </p:ext>
            </p:extLst>
          </p:nvPr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3169347" y="1679846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022146-D403-D4FF-8F88-47ADE0FE4C99}"/>
              </a:ext>
            </a:extLst>
          </p:cNvPr>
          <p:cNvSpPr txBox="1"/>
          <p:nvPr/>
        </p:nvSpPr>
        <p:spPr>
          <a:xfrm>
            <a:off x="172842" y="3494640"/>
            <a:ext cx="9809254" cy="3328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i="0" u="none" strike="noStrike" baseline="0" dirty="0"/>
              <a:t>Book an appointment at the </a:t>
            </a:r>
            <a:r>
              <a:rPr lang="de-DE" sz="1400" b="1" i="0" u="none" strike="noStrike" baseline="0" dirty="0"/>
              <a:t>German </a:t>
            </a:r>
            <a:r>
              <a:rPr lang="en-US" sz="1400" b="1" i="0" u="none" strike="noStrike" baseline="0" dirty="0"/>
              <a:t>Embassy</a:t>
            </a:r>
            <a:r>
              <a:rPr lang="de-DE" sz="1400" b="1" i="0" u="none" strike="noStrike" baseline="0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required documents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Check the waiting times and the required documents on the Embassy’s website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the visa in </a:t>
            </a:r>
            <a:r>
              <a:rPr lang="de-DE" sz="1400" b="1" dirty="0" err="1"/>
              <a:t>Uzbekistan</a:t>
            </a:r>
            <a:r>
              <a:rPr lang="de-DE" sz="1400" b="1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Bring the documents in their entirety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Fee: €75 (in local currency)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Inform yourself of possible waiting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times on the competent Embassy’s </a:t>
            </a:r>
            <a:r>
              <a:rPr lang="de-DE" sz="1400" dirty="0" err="1"/>
              <a:t>website</a:t>
            </a:r>
            <a:endParaRPr lang="en-US" sz="1400" dirty="0"/>
          </a:p>
          <a:p>
            <a:pPr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22461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839441"/>
              </p:ext>
            </p:extLst>
          </p:nvPr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5912019" y="1693222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1D0F1E2-14D8-7826-44FF-84A1251FA102}"/>
              </a:ext>
            </a:extLst>
          </p:cNvPr>
          <p:cNvSpPr txBox="1"/>
          <p:nvPr/>
        </p:nvSpPr>
        <p:spPr>
          <a:xfrm>
            <a:off x="172842" y="3349983"/>
            <a:ext cx="9869544" cy="3386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Entry to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Receive entry visa (health insurance required)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flight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residence title in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Register your home address in Germany at the Residents' Registration Office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an appointment at the foreigners’ authority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listed required documents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Apply for the residence title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Fees may add up to €100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Residence title application must be submitted before the entry visa expires</a:t>
            </a:r>
          </a:p>
        </p:txBody>
      </p:sp>
    </p:spTree>
    <p:extLst>
      <p:ext uri="{BB962C8B-B14F-4D97-AF65-F5344CB8AC3E}">
        <p14:creationId xmlns:p14="http://schemas.microsoft.com/office/powerpoint/2010/main" val="64571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8594227" y="1704575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E534CC7-6308-042F-B866-14A60185180E}"/>
              </a:ext>
            </a:extLst>
          </p:cNvPr>
          <p:cNvSpPr txBox="1"/>
          <p:nvPr/>
        </p:nvSpPr>
        <p:spPr>
          <a:xfrm>
            <a:off x="172842" y="3512444"/>
            <a:ext cx="9829351" cy="99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Type of residence title: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O</a:t>
            </a:r>
            <a:r>
              <a:rPr lang="en-US" sz="1400" b="0" i="0" u="none" strike="noStrike" baseline="0" dirty="0"/>
              <a:t>pportunity card (Section 20 (5) of the </a:t>
            </a:r>
            <a:r>
              <a:rPr lang="de-DE" sz="1400" b="0" i="0" u="none" strike="noStrike" baseline="0" dirty="0"/>
              <a:t>Residence Act [AufenthG])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0" i="0" u="none" strike="noStrike" baseline="0" dirty="0"/>
              <a:t>Switch to a residence title for the purpose of qualified employment </a:t>
            </a:r>
            <a:r>
              <a:rPr lang="de-DE" sz="1400" b="0" i="0" u="none" strike="noStrike" baseline="0" dirty="0"/>
              <a:t>possible.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361961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842" y="260814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</a:t>
            </a:r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1536018"/>
          <a:ext cx="11846315" cy="4784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32889" y="30931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dirty="0">
                  <a:solidFill>
                    <a:schemeClr val="bg1"/>
                  </a:solidFill>
                </a:rPr>
                <a:t>Work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(S</a:t>
              </a:r>
              <a:r>
                <a:rPr lang="en-US" sz="1400" b="1" dirty="0"/>
                <a:t>killed Workers</a:t>
              </a:r>
              <a:r>
                <a:rPr lang="en-US" sz="1400" b="1" kern="1200" noProof="0" dirty="0"/>
                <a:t>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75822" y="3093146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3093145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370112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24DCBFE0-7B4D-0791-7470-FF921AEBBE12}"/>
              </a:ext>
            </a:extLst>
          </p:cNvPr>
          <p:cNvSpPr txBox="1"/>
          <p:nvPr/>
        </p:nvSpPr>
        <p:spPr>
          <a:xfrm>
            <a:off x="306166" y="3555724"/>
            <a:ext cx="9902959" cy="1662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Issuance requirements: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Equivalence or comparability of the foreign qualification (if need be: license to practice)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Concrete job offer in Germany or employment contract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Approval of the Federal Employment Agency (BA) regarding the employment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Persons over the age of 45: annual gross salary of at least €49,830 (in 2024) or adequate provision for retirement</a:t>
            </a:r>
            <a:endParaRPr lang="en-US" sz="1400" b="1" dirty="0"/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93224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Work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(Skilled Workers)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426675" y="1693223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421235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3169347" y="1679846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5022146-D403-D4FF-8F88-47ADE0FE4C99}"/>
              </a:ext>
            </a:extLst>
          </p:cNvPr>
          <p:cNvSpPr txBox="1"/>
          <p:nvPr/>
        </p:nvSpPr>
        <p:spPr>
          <a:xfrm>
            <a:off x="172842" y="3494640"/>
            <a:ext cx="9809254" cy="3328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i="0" u="none" strike="noStrike" baseline="0" dirty="0"/>
              <a:t>Book an appointment at the </a:t>
            </a:r>
            <a:r>
              <a:rPr lang="de-DE" sz="1400" b="1" i="0" u="none" strike="noStrike" baseline="0" dirty="0"/>
              <a:t>German </a:t>
            </a:r>
            <a:r>
              <a:rPr lang="en-US" sz="1400" b="1" i="0" u="none" strike="noStrike" baseline="0" dirty="0"/>
              <a:t>Embassy</a:t>
            </a:r>
            <a:r>
              <a:rPr lang="de-DE" sz="1400" b="1" i="0" u="none" strike="noStrike" baseline="0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required documents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Check the waiting times and the required documents on the Embassy’s website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the visa in </a:t>
            </a:r>
            <a:r>
              <a:rPr lang="de-DE" sz="1400" b="1" dirty="0" err="1"/>
              <a:t>Uzbekistan</a:t>
            </a:r>
            <a:r>
              <a:rPr lang="de-DE" sz="1400" b="1" dirty="0"/>
              <a:t>: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Bring the documents in their entirety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Fee: €75 (in local currency)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Inform yourself of possible waiting</a:t>
            </a:r>
          </a:p>
          <a:p>
            <a:pPr marL="542925" lvl="1" indent="-271463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times on the competent Embassy’s </a:t>
            </a:r>
            <a:r>
              <a:rPr lang="de-DE" sz="1400" dirty="0" err="1"/>
              <a:t>website</a:t>
            </a:r>
            <a:endParaRPr lang="en-US" sz="1400" dirty="0"/>
          </a:p>
          <a:p>
            <a:pPr algn="l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60437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5912019" y="1693222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1D0F1E2-14D8-7826-44FF-84A1251FA102}"/>
              </a:ext>
            </a:extLst>
          </p:cNvPr>
          <p:cNvSpPr txBox="1"/>
          <p:nvPr/>
        </p:nvSpPr>
        <p:spPr>
          <a:xfrm>
            <a:off x="172842" y="3349983"/>
            <a:ext cx="9869544" cy="3386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Steps: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Entry to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Receive entry visa (health insurance required)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flight</a:t>
            </a:r>
          </a:p>
          <a:p>
            <a:pPr marL="285750" indent="-285750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b="1" dirty="0"/>
              <a:t>Apply for residence title in Germany: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Register your home address in Germany at the Residents' Registration Office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Book an appointment at the foreigners’ authority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Prepare the listed required documents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Apply for the residence title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Fees may add up to €100</a:t>
            </a:r>
          </a:p>
          <a:p>
            <a:pPr marL="542925" lvl="1" indent="-271463">
              <a:lnSpc>
                <a:spcPts val="18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Residence title application must be submitted before the entry visa expires</a:t>
            </a:r>
          </a:p>
        </p:txBody>
      </p:sp>
    </p:spTree>
    <p:extLst>
      <p:ext uri="{BB962C8B-B14F-4D97-AF65-F5344CB8AC3E}">
        <p14:creationId xmlns:p14="http://schemas.microsoft.com/office/powerpoint/2010/main" val="29955411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94365-8E8E-8395-9C88-9FDEE5171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66" y="223831"/>
            <a:ext cx="9169150" cy="822960"/>
          </a:xfrm>
        </p:spPr>
        <p:txBody>
          <a:bodyPr anchor="ctr" anchorCtr="0"/>
          <a:lstStyle/>
          <a:p>
            <a:r>
              <a:rPr lang="en-US" dirty="0"/>
              <a:t>Your path to the German labor market - 4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601941-24A6-A0C1-EAD0-3BC4C1F3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3300" y="6114117"/>
            <a:ext cx="529207" cy="246221"/>
          </a:xfrm>
        </p:spPr>
        <p:txBody>
          <a:bodyPr/>
          <a:lstStyle/>
          <a:p>
            <a:fld id="{885A6FE8-91CA-4FE0-B099-8DECEA9CCD17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2075F7EA-A6AA-D2B5-BB13-4470EBE34282}"/>
              </a:ext>
            </a:extLst>
          </p:cNvPr>
          <p:cNvGraphicFramePr/>
          <p:nvPr/>
        </p:nvGraphicFramePr>
        <p:xfrm>
          <a:off x="172842" y="635312"/>
          <a:ext cx="11846315" cy="378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06E91DFC-2D58-88E1-6FB5-2BBDF3AF3382}"/>
              </a:ext>
            </a:extLst>
          </p:cNvPr>
          <p:cNvGrpSpPr/>
          <p:nvPr/>
        </p:nvGrpSpPr>
        <p:grpSpPr>
          <a:xfrm>
            <a:off x="426675" y="1679846"/>
            <a:ext cx="2536876" cy="1670137"/>
            <a:chOff x="4654719" y="1252602"/>
            <a:chExt cx="2536876" cy="1670137"/>
          </a:xfrm>
        </p:grpSpPr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68DC9C64-DC47-EE3F-5282-E97B2DC0CB67}"/>
                </a:ext>
              </a:extLst>
            </p:cNvPr>
            <p:cNvSpPr/>
            <p:nvPr/>
          </p:nvSpPr>
          <p:spPr>
            <a:xfrm>
              <a:off x="4654719" y="1252602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0" name="Rechteck: abgerundete Ecken 4">
              <a:extLst>
                <a:ext uri="{FF2B5EF4-FFF2-40B4-BE49-F238E27FC236}">
                  <a16:creationId xmlns:a16="http://schemas.microsoft.com/office/drawing/2014/main" id="{2D13D370-359E-124E-3795-A1609112F637}"/>
                </a:ext>
              </a:extLst>
            </p:cNvPr>
            <p:cNvSpPr txBox="1"/>
            <p:nvPr/>
          </p:nvSpPr>
          <p:spPr>
            <a:xfrm>
              <a:off x="4736248" y="1334131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Seeking employment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(Opportunity Card)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562862A4-43D2-B164-CB78-B2EB103916AA}"/>
              </a:ext>
            </a:extLst>
          </p:cNvPr>
          <p:cNvGrpSpPr/>
          <p:nvPr/>
        </p:nvGrpSpPr>
        <p:grpSpPr>
          <a:xfrm>
            <a:off x="5912019" y="1693224"/>
            <a:ext cx="2536876" cy="1670137"/>
            <a:chOff x="3007773" y="1234381"/>
            <a:chExt cx="2536876" cy="1670137"/>
          </a:xfrm>
        </p:grpSpPr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6C8D0A13-6DC4-535C-D881-35165D8B507A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3" name="Rechteck: abgerundete Ecken 4">
              <a:extLst>
                <a:ext uri="{FF2B5EF4-FFF2-40B4-BE49-F238E27FC236}">
                  <a16:creationId xmlns:a16="http://schemas.microsoft.com/office/drawing/2014/main" id="{D8C70BCC-D4F4-2CEA-F496-72F0F959C984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Application process</a:t>
              </a:r>
              <a:endParaRPr lang="en-US" sz="2000" b="1" kern="1200" noProof="0" dirty="0"/>
            </a:p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b="1" kern="1200" noProof="0" dirty="0"/>
                <a:t>(in Germany)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16BBAA9A-F3A0-FCD3-F2BA-2C2D51FA60AC}"/>
              </a:ext>
            </a:extLst>
          </p:cNvPr>
          <p:cNvGrpSpPr/>
          <p:nvPr/>
        </p:nvGrpSpPr>
        <p:grpSpPr>
          <a:xfrm>
            <a:off x="8594227" y="1693223"/>
            <a:ext cx="2536876" cy="1670137"/>
            <a:chOff x="3007773" y="1234381"/>
            <a:chExt cx="2536876" cy="1670137"/>
          </a:xfrm>
        </p:grpSpPr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2CFBAF33-B436-BA01-B7E5-01403FCA4CB5}"/>
                </a:ext>
              </a:extLst>
            </p:cNvPr>
            <p:cNvSpPr/>
            <p:nvPr/>
          </p:nvSpPr>
          <p:spPr>
            <a:xfrm>
              <a:off x="3007773" y="1234381"/>
              <a:ext cx="2536876" cy="167013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de-DE"/>
            </a:p>
          </p:txBody>
        </p:sp>
        <p:sp>
          <p:nvSpPr>
            <p:cNvPr id="16" name="Rechteck: abgerundete Ecken 4">
              <a:extLst>
                <a:ext uri="{FF2B5EF4-FFF2-40B4-BE49-F238E27FC236}">
                  <a16:creationId xmlns:a16="http://schemas.microsoft.com/office/drawing/2014/main" id="{788EA5E0-1604-C699-F807-28CDCEA4D667}"/>
                </a:ext>
              </a:extLst>
            </p:cNvPr>
            <p:cNvSpPr txBox="1"/>
            <p:nvPr/>
          </p:nvSpPr>
          <p:spPr>
            <a:xfrm>
              <a:off x="3089302" y="1315910"/>
              <a:ext cx="2373818" cy="15070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pPr marL="0" lvl="0" indent="0" algn="ctr" defTabSz="8890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kern="1200" noProof="0" dirty="0">
                  <a:solidFill>
                    <a:schemeClr val="bg1"/>
                  </a:solidFill>
                </a:rPr>
                <a:t>Residence title after entry</a:t>
              </a:r>
              <a:endParaRPr lang="en-US" sz="2000" b="1" kern="1200" noProof="0" dirty="0"/>
            </a:p>
          </p:txBody>
        </p:sp>
      </p:grp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FFC3C6F-7344-7642-D5FC-00D844901B9F}"/>
              </a:ext>
            </a:extLst>
          </p:cNvPr>
          <p:cNvSpPr/>
          <p:nvPr/>
        </p:nvSpPr>
        <p:spPr>
          <a:xfrm>
            <a:off x="8594227" y="1704575"/>
            <a:ext cx="2536876" cy="167013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noFill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E534CC7-6308-042F-B866-14A60185180E}"/>
              </a:ext>
            </a:extLst>
          </p:cNvPr>
          <p:cNvSpPr txBox="1"/>
          <p:nvPr/>
        </p:nvSpPr>
        <p:spPr>
          <a:xfrm>
            <a:off x="172842" y="3512444"/>
            <a:ext cx="9829351" cy="66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</a:pPr>
            <a:r>
              <a:rPr lang="en-US" sz="1400" b="1" dirty="0"/>
              <a:t>Type of residence title:</a:t>
            </a:r>
          </a:p>
          <a:p>
            <a:pPr marL="285750" indent="-285750">
              <a:lnSpc>
                <a:spcPts val="2000"/>
              </a:lnSpc>
              <a:spcBef>
                <a:spcPts val="300"/>
              </a:spcBef>
              <a:spcAft>
                <a:spcPts val="300"/>
              </a:spcAft>
              <a:buClr>
                <a:srgbClr val="009BA0"/>
              </a:buClr>
              <a:buFont typeface="Wingdings" panose="05000000000000000000" pitchFamily="2" charset="2"/>
              <a:buChar char="v"/>
            </a:pPr>
            <a:r>
              <a:rPr lang="en-US" sz="1400" dirty="0"/>
              <a:t>Residence title for the purpose of qualified employment (Sections 18a and 18b of the Residence Act [</a:t>
            </a:r>
            <a:r>
              <a:rPr lang="en-US" sz="1400" dirty="0" err="1"/>
              <a:t>AufenthG</a:t>
            </a:r>
            <a:r>
              <a:rPr lang="en-US" sz="1400" dirty="0"/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29062589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Master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2E9B9202-51C5-4F44-8238-BC9CCD9FB1F8}"/>
    </a:ext>
  </a:extLst>
</a:theme>
</file>

<file path=ppt/theme/theme2.xml><?xml version="1.0" encoding="utf-8"?>
<a:theme xmlns:a="http://schemas.openxmlformats.org/drawingml/2006/main" name="Main Master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3D01CA68-CE22-4ECD-99B2-D5E3E06F9332}"/>
    </a:ext>
  </a:extLst>
</a:theme>
</file>

<file path=ppt/theme/theme3.xml><?xml version="1.0" encoding="utf-8"?>
<a:theme xmlns:a="http://schemas.openxmlformats.org/drawingml/2006/main" name="Chapter Master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180F7677-7F0F-49E4-B2D9-0D788C4AB7A0}"/>
    </a:ext>
  </a:extLst>
</a:theme>
</file>

<file path=ppt/theme/theme4.xml><?xml version="1.0" encoding="utf-8"?>
<a:theme xmlns:a="http://schemas.openxmlformats.org/drawingml/2006/main" name="TOC and ABB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D5AFB181-7998-4D6C-93CA-B5924E3300D8}"/>
    </a:ext>
  </a:extLst>
</a:theme>
</file>

<file path=ppt/theme/theme5.xml><?xml version="1.0" encoding="utf-8"?>
<a:theme xmlns:a="http://schemas.openxmlformats.org/drawingml/2006/main" name="Highlight">
  <a:themeElements>
    <a:clrScheme name="IntegrationColor">
      <a:dk1>
        <a:srgbClr val="151515"/>
      </a:dk1>
      <a:lt1>
        <a:srgbClr val="FFFFFF"/>
      </a:lt1>
      <a:dk2>
        <a:srgbClr val="009BA0"/>
      </a:dk2>
      <a:lt2>
        <a:srgbClr val="E8E8E8"/>
      </a:lt2>
      <a:accent1>
        <a:srgbClr val="009BA0"/>
      </a:accent1>
      <a:accent2>
        <a:srgbClr val="8F8F8F"/>
      </a:accent2>
      <a:accent3>
        <a:srgbClr val="E86721"/>
      </a:accent3>
      <a:accent4>
        <a:srgbClr val="D2D2D2"/>
      </a:accent4>
      <a:accent5>
        <a:srgbClr val="313D5A"/>
      </a:accent5>
      <a:accent6>
        <a:srgbClr val="F9CB15"/>
      </a:accent6>
      <a:hlink>
        <a:srgbClr val="0563C1"/>
      </a:hlink>
      <a:folHlink>
        <a:srgbClr val="954F72"/>
      </a:folHlink>
    </a:clrScheme>
    <a:fontScheme name="IntegrationFont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 Template  -  Schreibgeschützt" id="{604B2D80-8DD5-48A0-80FF-D65A05A6B6F9}" vid="{5545AE8F-3A2D-4BE0-B941-44ED64054E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b16e606-b534-4731-97fc-80d7caba92cb" xsi:nil="true"/>
    <lcf76f155ced4ddcb4097134ff3c332f xmlns="69c60461-25ce-4eb9-9cab-7f709248852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EF06B06D17ADD45BC48B4C0B7D76816" ma:contentTypeVersion="18" ma:contentTypeDescription="Ein neues Dokument erstellen." ma:contentTypeScope="" ma:versionID="257d03138aacfb0a3ad334d56e3f5656">
  <xsd:schema xmlns:xsd="http://www.w3.org/2001/XMLSchema" xmlns:xs="http://www.w3.org/2001/XMLSchema" xmlns:p="http://schemas.microsoft.com/office/2006/metadata/properties" xmlns:ns2="69c60461-25ce-4eb9-9cab-7f7092488520" xmlns:ns3="6b16e606-b534-4731-97fc-80d7caba92cb" targetNamespace="http://schemas.microsoft.com/office/2006/metadata/properties" ma:root="true" ma:fieldsID="7e7da7e7768e06268d448277c7f6ace3" ns2:_="" ns3:_="">
    <xsd:import namespace="69c60461-25ce-4eb9-9cab-7f7092488520"/>
    <xsd:import namespace="6b16e606-b534-4731-97fc-80d7caba92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Details" minOccurs="0"/>
                <xsd:element ref="ns3:SharedWithUser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c60461-25ce-4eb9-9cab-7f70924885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1a885938-e8b6-4ee9-9e6f-98c32c3fb0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6e606-b534-4731-97fc-80d7caba92cb" elementFormDefault="qualified">
    <xsd:import namespace="http://schemas.microsoft.com/office/2006/documentManagement/types"/>
    <xsd:import namespace="http://schemas.microsoft.com/office/infopath/2007/PartnerControls"/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axCatchAll" ma:index="23" nillable="true" ma:displayName="Taxonomy Catch All Column" ma:hidden="true" ma:list="{9524e73a-9fea-46f4-976c-6417f1bd0258}" ma:internalName="TaxCatchAll" ma:showField="CatchAllData" ma:web="6b16e606-b534-4731-97fc-80d7caba92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4476C9-9A1A-4687-8C12-1CD3388696BB}">
  <ds:schemaRefs>
    <ds:schemaRef ds:uri="http://schemas.microsoft.com/office/2006/metadata/properties"/>
    <ds:schemaRef ds:uri="http://schemas.microsoft.com/office/infopath/2007/PartnerControls"/>
    <ds:schemaRef ds:uri="6b16e606-b534-4731-97fc-80d7caba92cb"/>
    <ds:schemaRef ds:uri="69c60461-25ce-4eb9-9cab-7f7092488520"/>
  </ds:schemaRefs>
</ds:datastoreItem>
</file>

<file path=customXml/itemProps2.xml><?xml version="1.0" encoding="utf-8"?>
<ds:datastoreItem xmlns:ds="http://schemas.openxmlformats.org/officeDocument/2006/customXml" ds:itemID="{47D6E5DA-74FD-44D0-AE65-399BAE28216C}"/>
</file>

<file path=customXml/itemProps3.xml><?xml version="1.0" encoding="utf-8"?>
<ds:datastoreItem xmlns:ds="http://schemas.openxmlformats.org/officeDocument/2006/customXml" ds:itemID="{EB9CBE23-72D3-4A01-93C6-DC703781B3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 Master</Template>
  <TotalTime>31</TotalTime>
  <Words>807</Words>
  <Application>Microsoft Office PowerPoint</Application>
  <PresentationFormat>Широкоэкранный</PresentationFormat>
  <Paragraphs>145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Arial</vt:lpstr>
      <vt:lpstr>Calibri</vt:lpstr>
      <vt:lpstr>Neue Haas Grotesk Text Pro</vt:lpstr>
      <vt:lpstr>Wingdings</vt:lpstr>
      <vt:lpstr>Cover Master</vt:lpstr>
      <vt:lpstr>Main Master</vt:lpstr>
      <vt:lpstr>Chapter Master</vt:lpstr>
      <vt:lpstr>TOC and ABB</vt:lpstr>
      <vt:lpstr>Highlight</vt:lpstr>
      <vt:lpstr>Your path to the German labor market</vt:lpstr>
      <vt:lpstr>Your path to the German labor market - 1</vt:lpstr>
      <vt:lpstr>Your path to the German labor market - 2</vt:lpstr>
      <vt:lpstr>Your path to the German labor market - 3</vt:lpstr>
      <vt:lpstr>Your path to the German labor market - 4</vt:lpstr>
      <vt:lpstr>Your path to the German labor market</vt:lpstr>
      <vt:lpstr>Your path to the German labor market - 1</vt:lpstr>
      <vt:lpstr>Your path to the German labor market - 2</vt:lpstr>
      <vt:lpstr>Your path to the German labor market - 3</vt:lpstr>
      <vt:lpstr>Your path to the German labor market - 4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Thea Sip</dc:creator>
  <cp:lastModifiedBy>Rayyona Abdurashidova</cp:lastModifiedBy>
  <cp:revision>41</cp:revision>
  <dcterms:created xsi:type="dcterms:W3CDTF">2023-11-28T14:17:26Z</dcterms:created>
  <dcterms:modified xsi:type="dcterms:W3CDTF">2024-07-29T12:01:07Z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0x0101009EF06B06D17ADD45BC48B4C0B7D76816</vt:lpwstr>
  </property>
</Properties>
</file>